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6" r:id="rId1"/>
  </p:sldMasterIdLst>
  <p:sldIdLst>
    <p:sldId id="256" r:id="rId2"/>
    <p:sldId id="278" r:id="rId3"/>
    <p:sldId id="258" r:id="rId4"/>
    <p:sldId id="268" r:id="rId5"/>
    <p:sldId id="259" r:id="rId6"/>
    <p:sldId id="270" r:id="rId7"/>
    <p:sldId id="275" r:id="rId8"/>
    <p:sldId id="271" r:id="rId9"/>
    <p:sldId id="272" r:id="rId10"/>
    <p:sldId id="273" r:id="rId11"/>
    <p:sldId id="274" r:id="rId12"/>
    <p:sldId id="260" r:id="rId13"/>
    <p:sldId id="261" r:id="rId14"/>
    <p:sldId id="276" r:id="rId15"/>
    <p:sldId id="265" r:id="rId16"/>
    <p:sldId id="262" r:id="rId17"/>
    <p:sldId id="269" r:id="rId18"/>
    <p:sldId id="263" r:id="rId19"/>
    <p:sldId id="264" r:id="rId20"/>
    <p:sldId id="26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80CF207-CA32-4A94-8D87-0D94D000FE91}">
          <p14:sldIdLst>
            <p14:sldId id="256"/>
            <p14:sldId id="278"/>
            <p14:sldId id="258"/>
            <p14:sldId id="268"/>
            <p14:sldId id="259"/>
            <p14:sldId id="270"/>
            <p14:sldId id="275"/>
            <p14:sldId id="271"/>
            <p14:sldId id="272"/>
            <p14:sldId id="273"/>
            <p14:sldId id="274"/>
            <p14:sldId id="260"/>
            <p14:sldId id="261"/>
            <p14:sldId id="276"/>
            <p14:sldId id="265"/>
            <p14:sldId id="262"/>
            <p14:sldId id="269"/>
            <p14:sldId id="263"/>
            <p14:sldId id="264"/>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8E47B-5CE0-4244-8788-88B04F1CF1E2}" v="55" dt="2026-06-25T14:28:12.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alakshminaidu51@gmail.com" userId="9088fd6aade1f0db" providerId="LiveId" clId="{4AC3BA77-3C34-4FCD-BB7B-98B252E4C817}"/>
    <pc:docChg chg="custSel addSld delSld modSld addSection modSection">
      <pc:chgData name="varalakshminaidu51@gmail.com" userId="9088fd6aade1f0db" providerId="LiveId" clId="{4AC3BA77-3C34-4FCD-BB7B-98B252E4C817}" dt="2026-06-25T14:28:41.249" v="2718" actId="2696"/>
      <pc:docMkLst>
        <pc:docMk/>
      </pc:docMkLst>
      <pc:sldChg chg="addSp delSp modSp new mod">
        <pc:chgData name="varalakshminaidu51@gmail.com" userId="9088fd6aade1f0db" providerId="LiveId" clId="{4AC3BA77-3C34-4FCD-BB7B-98B252E4C817}" dt="2026-06-24T12:57:34.417" v="1252" actId="114"/>
        <pc:sldMkLst>
          <pc:docMk/>
          <pc:sldMk cId="2767472089" sldId="256"/>
        </pc:sldMkLst>
        <pc:spChg chg="mod">
          <ac:chgData name="varalakshminaidu51@gmail.com" userId="9088fd6aade1f0db" providerId="LiveId" clId="{4AC3BA77-3C34-4FCD-BB7B-98B252E4C817}" dt="2026-06-24T12:57:34.417" v="1252" actId="114"/>
          <ac:spMkLst>
            <pc:docMk/>
            <pc:sldMk cId="2767472089" sldId="256"/>
            <ac:spMk id="2" creationId="{4E82AAE0-7036-1C87-BE63-FA4BCD74B573}"/>
          </ac:spMkLst>
        </pc:spChg>
        <pc:picChg chg="add mod ord">
          <ac:chgData name="varalakshminaidu51@gmail.com" userId="9088fd6aade1f0db" providerId="LiveId" clId="{4AC3BA77-3C34-4FCD-BB7B-98B252E4C817}" dt="2026-06-23T10:27:28.231" v="1181" actId="1076"/>
          <ac:picMkLst>
            <pc:docMk/>
            <pc:sldMk cId="2767472089" sldId="256"/>
            <ac:picMk id="5" creationId="{91D94F40-8909-29B5-963B-30845E098E62}"/>
          </ac:picMkLst>
        </pc:picChg>
      </pc:sldChg>
      <pc:sldChg chg="addSp delSp modSp new mod">
        <pc:chgData name="varalakshminaidu51@gmail.com" userId="9088fd6aade1f0db" providerId="LiveId" clId="{4AC3BA77-3C34-4FCD-BB7B-98B252E4C817}" dt="2026-06-23T10:24:00.331" v="1146" actId="20577"/>
        <pc:sldMkLst>
          <pc:docMk/>
          <pc:sldMk cId="809913730" sldId="258"/>
        </pc:sldMkLst>
        <pc:spChg chg="mod">
          <ac:chgData name="varalakshminaidu51@gmail.com" userId="9088fd6aade1f0db" providerId="LiveId" clId="{4AC3BA77-3C34-4FCD-BB7B-98B252E4C817}" dt="2026-06-23T07:55:54.305" v="161" actId="1076"/>
          <ac:spMkLst>
            <pc:docMk/>
            <pc:sldMk cId="809913730" sldId="258"/>
            <ac:spMk id="2" creationId="{F12BD53A-C194-F3E7-D8E9-7650C0BBE21E}"/>
          </ac:spMkLst>
        </pc:spChg>
        <pc:spChg chg="add mod">
          <ac:chgData name="varalakshminaidu51@gmail.com" userId="9088fd6aade1f0db" providerId="LiveId" clId="{4AC3BA77-3C34-4FCD-BB7B-98B252E4C817}" dt="2026-06-23T10:24:00.331" v="1146" actId="20577"/>
          <ac:spMkLst>
            <pc:docMk/>
            <pc:sldMk cId="809913730" sldId="258"/>
            <ac:spMk id="5" creationId="{07C6F8BB-49A6-28A7-0810-3219751CD6E4}"/>
          </ac:spMkLst>
        </pc:spChg>
      </pc:sldChg>
      <pc:sldChg chg="modSp new mod">
        <pc:chgData name="varalakshminaidu51@gmail.com" userId="9088fd6aade1f0db" providerId="LiveId" clId="{4AC3BA77-3C34-4FCD-BB7B-98B252E4C817}" dt="2026-06-23T10:10:57.963" v="934" actId="20577"/>
        <pc:sldMkLst>
          <pc:docMk/>
          <pc:sldMk cId="820877318" sldId="259"/>
        </pc:sldMkLst>
        <pc:spChg chg="mod">
          <ac:chgData name="varalakshminaidu51@gmail.com" userId="9088fd6aade1f0db" providerId="LiveId" clId="{4AC3BA77-3C34-4FCD-BB7B-98B252E4C817}" dt="2026-06-23T08:07:42.034" v="190" actId="1076"/>
          <ac:spMkLst>
            <pc:docMk/>
            <pc:sldMk cId="820877318" sldId="259"/>
            <ac:spMk id="2" creationId="{80950520-C0A2-AF4B-A73C-58DA04B8A599}"/>
          </ac:spMkLst>
        </pc:spChg>
        <pc:spChg chg="mod">
          <ac:chgData name="varalakshminaidu51@gmail.com" userId="9088fd6aade1f0db" providerId="LiveId" clId="{4AC3BA77-3C34-4FCD-BB7B-98B252E4C817}" dt="2026-06-23T10:10:57.963" v="934" actId="20577"/>
          <ac:spMkLst>
            <pc:docMk/>
            <pc:sldMk cId="820877318" sldId="259"/>
            <ac:spMk id="3" creationId="{88C2A83D-DC4D-6D1A-6386-90BC1735F501}"/>
          </ac:spMkLst>
        </pc:spChg>
      </pc:sldChg>
      <pc:sldChg chg="modSp new mod">
        <pc:chgData name="varalakshminaidu51@gmail.com" userId="9088fd6aade1f0db" providerId="LiveId" clId="{4AC3BA77-3C34-4FCD-BB7B-98B252E4C817}" dt="2026-06-23T08:15:02.939" v="255" actId="20577"/>
        <pc:sldMkLst>
          <pc:docMk/>
          <pc:sldMk cId="1959105424" sldId="260"/>
        </pc:sldMkLst>
        <pc:spChg chg="mod">
          <ac:chgData name="varalakshminaidu51@gmail.com" userId="9088fd6aade1f0db" providerId="LiveId" clId="{4AC3BA77-3C34-4FCD-BB7B-98B252E4C817}" dt="2026-06-23T08:13:51.008" v="249" actId="1076"/>
          <ac:spMkLst>
            <pc:docMk/>
            <pc:sldMk cId="1959105424" sldId="260"/>
            <ac:spMk id="2" creationId="{1589293B-79AD-2156-7348-18A402773098}"/>
          </ac:spMkLst>
        </pc:spChg>
        <pc:spChg chg="mod">
          <ac:chgData name="varalakshminaidu51@gmail.com" userId="9088fd6aade1f0db" providerId="LiveId" clId="{4AC3BA77-3C34-4FCD-BB7B-98B252E4C817}" dt="2026-06-23T08:15:02.939" v="255" actId="20577"/>
          <ac:spMkLst>
            <pc:docMk/>
            <pc:sldMk cId="1959105424" sldId="260"/>
            <ac:spMk id="3" creationId="{AD529E4D-9029-2DCB-15D0-12092A4BA2BB}"/>
          </ac:spMkLst>
        </pc:spChg>
      </pc:sldChg>
      <pc:sldChg chg="modSp new mod">
        <pc:chgData name="varalakshminaidu51@gmail.com" userId="9088fd6aade1f0db" providerId="LiveId" clId="{4AC3BA77-3C34-4FCD-BB7B-98B252E4C817}" dt="2026-06-23T10:31:59.854" v="1233" actId="20577"/>
        <pc:sldMkLst>
          <pc:docMk/>
          <pc:sldMk cId="2506579550" sldId="261"/>
        </pc:sldMkLst>
        <pc:spChg chg="mod">
          <ac:chgData name="varalakshminaidu51@gmail.com" userId="9088fd6aade1f0db" providerId="LiveId" clId="{4AC3BA77-3C34-4FCD-BB7B-98B252E4C817}" dt="2026-06-23T08:16:29.540" v="257"/>
          <ac:spMkLst>
            <pc:docMk/>
            <pc:sldMk cId="2506579550" sldId="261"/>
            <ac:spMk id="2" creationId="{656839B0-EA63-97EB-2C8B-2D3C09F27BF3}"/>
          </ac:spMkLst>
        </pc:spChg>
        <pc:spChg chg="mod">
          <ac:chgData name="varalakshminaidu51@gmail.com" userId="9088fd6aade1f0db" providerId="LiveId" clId="{4AC3BA77-3C34-4FCD-BB7B-98B252E4C817}" dt="2026-06-23T10:31:59.854" v="1233" actId="20577"/>
          <ac:spMkLst>
            <pc:docMk/>
            <pc:sldMk cId="2506579550" sldId="261"/>
            <ac:spMk id="3" creationId="{05B28606-3CCE-4199-5A89-52B56E2BC2E4}"/>
          </ac:spMkLst>
        </pc:spChg>
      </pc:sldChg>
      <pc:sldChg chg="modSp new mod">
        <pc:chgData name="varalakshminaidu51@gmail.com" userId="9088fd6aade1f0db" providerId="LiveId" clId="{4AC3BA77-3C34-4FCD-BB7B-98B252E4C817}" dt="2026-06-23T10:26:08.501" v="1174" actId="20577"/>
        <pc:sldMkLst>
          <pc:docMk/>
          <pc:sldMk cId="3560967372" sldId="262"/>
        </pc:sldMkLst>
        <pc:spChg chg="mod">
          <ac:chgData name="varalakshminaidu51@gmail.com" userId="9088fd6aade1f0db" providerId="LiveId" clId="{4AC3BA77-3C34-4FCD-BB7B-98B252E4C817}" dt="2026-06-23T08:36:27.442" v="308" actId="14100"/>
          <ac:spMkLst>
            <pc:docMk/>
            <pc:sldMk cId="3560967372" sldId="262"/>
            <ac:spMk id="2" creationId="{B32BD742-3195-D4EC-BC59-6C0F37DD0E4E}"/>
          </ac:spMkLst>
        </pc:spChg>
        <pc:spChg chg="mod">
          <ac:chgData name="varalakshminaidu51@gmail.com" userId="9088fd6aade1f0db" providerId="LiveId" clId="{4AC3BA77-3C34-4FCD-BB7B-98B252E4C817}" dt="2026-06-23T10:26:08.501" v="1174" actId="20577"/>
          <ac:spMkLst>
            <pc:docMk/>
            <pc:sldMk cId="3560967372" sldId="262"/>
            <ac:spMk id="3" creationId="{3A4DAD86-BFA7-102C-CE59-A626A88F0786}"/>
          </ac:spMkLst>
        </pc:spChg>
      </pc:sldChg>
      <pc:sldChg chg="modSp new mod">
        <pc:chgData name="varalakshminaidu51@gmail.com" userId="9088fd6aade1f0db" providerId="LiveId" clId="{4AC3BA77-3C34-4FCD-BB7B-98B252E4C817}" dt="2026-06-23T08:40:46.571" v="316" actId="20577"/>
        <pc:sldMkLst>
          <pc:docMk/>
          <pc:sldMk cId="2333724494" sldId="263"/>
        </pc:sldMkLst>
        <pc:spChg chg="mod">
          <ac:chgData name="varalakshminaidu51@gmail.com" userId="9088fd6aade1f0db" providerId="LiveId" clId="{4AC3BA77-3C34-4FCD-BB7B-98B252E4C817}" dt="2026-06-23T08:39:52.058" v="310"/>
          <ac:spMkLst>
            <pc:docMk/>
            <pc:sldMk cId="2333724494" sldId="263"/>
            <ac:spMk id="2" creationId="{12CE5C1B-D1FA-E446-AC17-12372EDA197D}"/>
          </ac:spMkLst>
        </pc:spChg>
        <pc:spChg chg="mod">
          <ac:chgData name="varalakshminaidu51@gmail.com" userId="9088fd6aade1f0db" providerId="LiveId" clId="{4AC3BA77-3C34-4FCD-BB7B-98B252E4C817}" dt="2026-06-23T08:40:46.571" v="316" actId="20577"/>
          <ac:spMkLst>
            <pc:docMk/>
            <pc:sldMk cId="2333724494" sldId="263"/>
            <ac:spMk id="3" creationId="{AA06DA80-A6AC-1D1D-90CE-67162BE89B68}"/>
          </ac:spMkLst>
        </pc:spChg>
      </pc:sldChg>
      <pc:sldChg chg="modSp new mod">
        <pc:chgData name="varalakshminaidu51@gmail.com" userId="9088fd6aade1f0db" providerId="LiveId" clId="{4AC3BA77-3C34-4FCD-BB7B-98B252E4C817}" dt="2026-06-23T10:25:57.569" v="1172" actId="20577"/>
        <pc:sldMkLst>
          <pc:docMk/>
          <pc:sldMk cId="61788983" sldId="264"/>
        </pc:sldMkLst>
        <pc:spChg chg="mod">
          <ac:chgData name="varalakshminaidu51@gmail.com" userId="9088fd6aade1f0db" providerId="LiveId" clId="{4AC3BA77-3C34-4FCD-BB7B-98B252E4C817}" dt="2026-06-23T09:10:02.345" v="540" actId="1076"/>
          <ac:spMkLst>
            <pc:docMk/>
            <pc:sldMk cId="61788983" sldId="264"/>
            <ac:spMk id="2" creationId="{22C50C35-4037-C0FA-20E8-68961D56D0B5}"/>
          </ac:spMkLst>
        </pc:spChg>
        <pc:spChg chg="mod">
          <ac:chgData name="varalakshminaidu51@gmail.com" userId="9088fd6aade1f0db" providerId="LiveId" clId="{4AC3BA77-3C34-4FCD-BB7B-98B252E4C817}" dt="2026-06-23T10:25:57.569" v="1172" actId="20577"/>
          <ac:spMkLst>
            <pc:docMk/>
            <pc:sldMk cId="61788983" sldId="264"/>
            <ac:spMk id="3" creationId="{22A30F43-C293-0730-A647-E80588E86CC3}"/>
          </ac:spMkLst>
        </pc:spChg>
      </pc:sldChg>
      <pc:sldChg chg="addSp modSp new mod">
        <pc:chgData name="varalakshminaidu51@gmail.com" userId="9088fd6aade1f0db" providerId="LiveId" clId="{4AC3BA77-3C34-4FCD-BB7B-98B252E4C817}" dt="2026-06-23T10:25:43.303" v="1170" actId="20577"/>
        <pc:sldMkLst>
          <pc:docMk/>
          <pc:sldMk cId="3279114335" sldId="265"/>
        </pc:sldMkLst>
        <pc:spChg chg="mod">
          <ac:chgData name="varalakshminaidu51@gmail.com" userId="9088fd6aade1f0db" providerId="LiveId" clId="{4AC3BA77-3C34-4FCD-BB7B-98B252E4C817}" dt="2026-06-23T08:53:45.077" v="330" actId="14100"/>
          <ac:spMkLst>
            <pc:docMk/>
            <pc:sldMk cId="3279114335" sldId="265"/>
            <ac:spMk id="2" creationId="{388A6516-C30C-0F6A-E44D-1C575677ADA3}"/>
          </ac:spMkLst>
        </pc:spChg>
        <pc:spChg chg="mod">
          <ac:chgData name="varalakshminaidu51@gmail.com" userId="9088fd6aade1f0db" providerId="LiveId" clId="{4AC3BA77-3C34-4FCD-BB7B-98B252E4C817}" dt="2026-06-23T09:02:27.863" v="416" actId="14100"/>
          <ac:spMkLst>
            <pc:docMk/>
            <pc:sldMk cId="3279114335" sldId="265"/>
            <ac:spMk id="3" creationId="{63EA629C-588C-FB30-5C8D-2F7FD2AF96BA}"/>
          </ac:spMkLst>
        </pc:spChg>
        <pc:spChg chg="mod">
          <ac:chgData name="varalakshminaidu51@gmail.com" userId="9088fd6aade1f0db" providerId="LiveId" clId="{4AC3BA77-3C34-4FCD-BB7B-98B252E4C817}" dt="2026-06-23T10:25:43.303" v="1170" actId="20577"/>
          <ac:spMkLst>
            <pc:docMk/>
            <pc:sldMk cId="3279114335" sldId="265"/>
            <ac:spMk id="4" creationId="{AFC34713-4B9C-4827-8CFF-124B5CF771F9}"/>
          </ac:spMkLst>
        </pc:spChg>
        <pc:spChg chg="add mod">
          <ac:chgData name="varalakshminaidu51@gmail.com" userId="9088fd6aade1f0db" providerId="LiveId" clId="{4AC3BA77-3C34-4FCD-BB7B-98B252E4C817}" dt="2026-06-23T08:54:49.110" v="336" actId="14100"/>
          <ac:spMkLst>
            <pc:docMk/>
            <pc:sldMk cId="3279114335" sldId="265"/>
            <ac:spMk id="6" creationId="{B6422E89-3795-81D9-BC85-DA3980881AB8}"/>
          </ac:spMkLst>
        </pc:spChg>
      </pc:sldChg>
      <pc:sldChg chg="addSp delSp modSp new mod">
        <pc:chgData name="varalakshminaidu51@gmail.com" userId="9088fd6aade1f0db" providerId="LiveId" clId="{4AC3BA77-3C34-4FCD-BB7B-98B252E4C817}" dt="2026-06-23T09:36:36.469" v="797" actId="13822"/>
        <pc:sldMkLst>
          <pc:docMk/>
          <pc:sldMk cId="140735923" sldId="266"/>
        </pc:sldMkLst>
        <pc:spChg chg="add mod">
          <ac:chgData name="varalakshminaidu51@gmail.com" userId="9088fd6aade1f0db" providerId="LiveId" clId="{4AC3BA77-3C34-4FCD-BB7B-98B252E4C817}" dt="2026-06-23T09:36:29.673" v="796" actId="13822"/>
          <ac:spMkLst>
            <pc:docMk/>
            <pc:sldMk cId="140735923" sldId="266"/>
            <ac:spMk id="6" creationId="{DE0FBC43-00C6-C87F-6F8A-9C1C592CC7A4}"/>
          </ac:spMkLst>
        </pc:spChg>
        <pc:spChg chg="add mod">
          <ac:chgData name="varalakshminaidu51@gmail.com" userId="9088fd6aade1f0db" providerId="LiveId" clId="{4AC3BA77-3C34-4FCD-BB7B-98B252E4C817}" dt="2026-06-23T09:36:23.474" v="795" actId="13822"/>
          <ac:spMkLst>
            <pc:docMk/>
            <pc:sldMk cId="140735923" sldId="266"/>
            <ac:spMk id="8" creationId="{9B4B0533-BA73-872E-E0EB-F1423DFBABBC}"/>
          </ac:spMkLst>
        </pc:spChg>
        <pc:spChg chg="add mod">
          <ac:chgData name="varalakshminaidu51@gmail.com" userId="9088fd6aade1f0db" providerId="LiveId" clId="{4AC3BA77-3C34-4FCD-BB7B-98B252E4C817}" dt="2026-06-23T09:36:36.469" v="797" actId="13822"/>
          <ac:spMkLst>
            <pc:docMk/>
            <pc:sldMk cId="140735923" sldId="266"/>
            <ac:spMk id="28" creationId="{E8CA77A1-2537-6838-64C9-16F3F91FE7AA}"/>
          </ac:spMkLst>
        </pc:spChg>
        <pc:picChg chg="add mod">
          <ac:chgData name="varalakshminaidu51@gmail.com" userId="9088fd6aade1f0db" providerId="LiveId" clId="{4AC3BA77-3C34-4FCD-BB7B-98B252E4C817}" dt="2026-06-23T09:30:54.717" v="779" actId="1076"/>
          <ac:picMkLst>
            <pc:docMk/>
            <pc:sldMk cId="140735923" sldId="266"/>
            <ac:picMk id="3" creationId="{8BD0ED2B-0C1A-5E6D-3C32-3C0A543E84B7}"/>
          </ac:picMkLst>
        </pc:picChg>
        <pc:cxnChg chg="add mod">
          <ac:chgData name="varalakshminaidu51@gmail.com" userId="9088fd6aade1f0db" providerId="LiveId" clId="{4AC3BA77-3C34-4FCD-BB7B-98B252E4C817}" dt="2026-06-23T09:31:42.482" v="786" actId="21"/>
          <ac:cxnSpMkLst>
            <pc:docMk/>
            <pc:sldMk cId="140735923" sldId="266"/>
            <ac:cxnSpMk id="10" creationId="{0463F489-E4C1-7BC9-4D45-B0B48BAA1488}"/>
          </ac:cxnSpMkLst>
        </pc:cxnChg>
        <pc:cxnChg chg="add mod">
          <ac:chgData name="varalakshminaidu51@gmail.com" userId="9088fd6aade1f0db" providerId="LiveId" clId="{4AC3BA77-3C34-4FCD-BB7B-98B252E4C817}" dt="2026-06-23T09:30:01.830" v="769" actId="14100"/>
          <ac:cxnSpMkLst>
            <pc:docMk/>
            <pc:sldMk cId="140735923" sldId="266"/>
            <ac:cxnSpMk id="16" creationId="{FFB27AAE-310B-969B-1DF7-62009F7053B0}"/>
          </ac:cxnSpMkLst>
        </pc:cxnChg>
        <pc:cxnChg chg="add mod">
          <ac:chgData name="varalakshminaidu51@gmail.com" userId="9088fd6aade1f0db" providerId="LiveId" clId="{4AC3BA77-3C34-4FCD-BB7B-98B252E4C817}" dt="2026-06-23T09:30:36.095" v="776" actId="14100"/>
          <ac:cxnSpMkLst>
            <pc:docMk/>
            <pc:sldMk cId="140735923" sldId="266"/>
            <ac:cxnSpMk id="22" creationId="{E30BF25C-B8A4-B33F-7B56-5E00B723DEF1}"/>
          </ac:cxnSpMkLst>
        </pc:cxnChg>
      </pc:sldChg>
      <pc:sldChg chg="addSp modSp new del mod">
        <pc:chgData name="varalakshminaidu51@gmail.com" userId="9088fd6aade1f0db" providerId="LiveId" clId="{4AC3BA77-3C34-4FCD-BB7B-98B252E4C817}" dt="2026-06-25T14:28:41.249" v="2718" actId="2696"/>
        <pc:sldMkLst>
          <pc:docMk/>
          <pc:sldMk cId="1283159663" sldId="267"/>
        </pc:sldMkLst>
        <pc:spChg chg="mod">
          <ac:chgData name="varalakshminaidu51@gmail.com" userId="9088fd6aade1f0db" providerId="LiveId" clId="{4AC3BA77-3C34-4FCD-BB7B-98B252E4C817}" dt="2026-06-23T09:17:01.864" v="707" actId="1076"/>
          <ac:spMkLst>
            <pc:docMk/>
            <pc:sldMk cId="1283159663" sldId="267"/>
            <ac:spMk id="2" creationId="{6894DB0C-5D56-4200-4DE1-95A71100864D}"/>
          </ac:spMkLst>
        </pc:spChg>
        <pc:spChg chg="mod">
          <ac:chgData name="varalakshminaidu51@gmail.com" userId="9088fd6aade1f0db" providerId="LiveId" clId="{4AC3BA77-3C34-4FCD-BB7B-98B252E4C817}" dt="2026-06-25T14:25:42.217" v="2677" actId="14100"/>
          <ac:spMkLst>
            <pc:docMk/>
            <pc:sldMk cId="1283159663" sldId="267"/>
            <ac:spMk id="3" creationId="{24568405-A727-CDA5-8AEB-F9646EDFF97E}"/>
          </ac:spMkLst>
        </pc:spChg>
        <pc:spChg chg="add mod">
          <ac:chgData name="varalakshminaidu51@gmail.com" userId="9088fd6aade1f0db" providerId="LiveId" clId="{4AC3BA77-3C34-4FCD-BB7B-98B252E4C817}" dt="2026-06-25T14:25:27.887" v="2675" actId="1076"/>
          <ac:spMkLst>
            <pc:docMk/>
            <pc:sldMk cId="1283159663" sldId="267"/>
            <ac:spMk id="5" creationId="{61801824-936C-103A-7811-4732A7E34D6B}"/>
          </ac:spMkLst>
        </pc:spChg>
      </pc:sldChg>
      <pc:sldChg chg="modSp new mod">
        <pc:chgData name="varalakshminaidu51@gmail.com" userId="9088fd6aade1f0db" providerId="LiveId" clId="{4AC3BA77-3C34-4FCD-BB7B-98B252E4C817}" dt="2026-06-25T12:29:16.555" v="1371"/>
        <pc:sldMkLst>
          <pc:docMk/>
          <pc:sldMk cId="2026305382" sldId="268"/>
        </pc:sldMkLst>
        <pc:spChg chg="mod">
          <ac:chgData name="varalakshminaidu51@gmail.com" userId="9088fd6aade1f0db" providerId="LiveId" clId="{4AC3BA77-3C34-4FCD-BB7B-98B252E4C817}" dt="2026-06-25T12:24:51.120" v="1299" actId="20577"/>
          <ac:spMkLst>
            <pc:docMk/>
            <pc:sldMk cId="2026305382" sldId="268"/>
            <ac:spMk id="2" creationId="{17743DD6-0C09-FDFA-CB84-D9029C8C5897}"/>
          </ac:spMkLst>
        </pc:spChg>
        <pc:spChg chg="mod">
          <ac:chgData name="varalakshminaidu51@gmail.com" userId="9088fd6aade1f0db" providerId="LiveId" clId="{4AC3BA77-3C34-4FCD-BB7B-98B252E4C817}" dt="2026-06-25T12:29:16.555" v="1371"/>
          <ac:spMkLst>
            <pc:docMk/>
            <pc:sldMk cId="2026305382" sldId="268"/>
            <ac:spMk id="3" creationId="{0AE966E7-1868-C22C-C614-633719639114}"/>
          </ac:spMkLst>
        </pc:spChg>
      </pc:sldChg>
      <pc:sldChg chg="modSp new mod">
        <pc:chgData name="varalakshminaidu51@gmail.com" userId="9088fd6aade1f0db" providerId="LiveId" clId="{4AC3BA77-3C34-4FCD-BB7B-98B252E4C817}" dt="2026-06-25T13:01:58.666" v="1438"/>
        <pc:sldMkLst>
          <pc:docMk/>
          <pc:sldMk cId="3669288615" sldId="269"/>
        </pc:sldMkLst>
        <pc:spChg chg="mod">
          <ac:chgData name="varalakshminaidu51@gmail.com" userId="9088fd6aade1f0db" providerId="LiveId" clId="{4AC3BA77-3C34-4FCD-BB7B-98B252E4C817}" dt="2026-06-25T12:30:30.518" v="1382" actId="20577"/>
          <ac:spMkLst>
            <pc:docMk/>
            <pc:sldMk cId="3669288615" sldId="269"/>
            <ac:spMk id="2" creationId="{6391ED94-DC7F-97B1-E3FB-6E99D36C598B}"/>
          </ac:spMkLst>
        </pc:spChg>
        <pc:spChg chg="mod">
          <ac:chgData name="varalakshminaidu51@gmail.com" userId="9088fd6aade1f0db" providerId="LiveId" clId="{4AC3BA77-3C34-4FCD-BB7B-98B252E4C817}" dt="2026-06-25T13:01:58.666" v="1438"/>
          <ac:spMkLst>
            <pc:docMk/>
            <pc:sldMk cId="3669288615" sldId="269"/>
            <ac:spMk id="3" creationId="{F96763DD-71ED-F1BC-11FC-1C1137E0826C}"/>
          </ac:spMkLst>
        </pc:spChg>
      </pc:sldChg>
      <pc:sldChg chg="addSp delSp modSp new mod">
        <pc:chgData name="varalakshminaidu51@gmail.com" userId="9088fd6aade1f0db" providerId="LiveId" clId="{4AC3BA77-3C34-4FCD-BB7B-98B252E4C817}" dt="2026-06-25T13:06:47.377" v="1513" actId="20577"/>
        <pc:sldMkLst>
          <pc:docMk/>
          <pc:sldMk cId="305715616" sldId="270"/>
        </pc:sldMkLst>
        <pc:spChg chg="mod">
          <ac:chgData name="varalakshminaidu51@gmail.com" userId="9088fd6aade1f0db" providerId="LiveId" clId="{4AC3BA77-3C34-4FCD-BB7B-98B252E4C817}" dt="2026-06-25T13:06:47.377" v="1513" actId="20577"/>
          <ac:spMkLst>
            <pc:docMk/>
            <pc:sldMk cId="305715616" sldId="270"/>
            <ac:spMk id="2" creationId="{90E997A2-386B-938B-A707-764A4F3AF09D}"/>
          </ac:spMkLst>
        </pc:spChg>
        <pc:spChg chg="del">
          <ac:chgData name="varalakshminaidu51@gmail.com" userId="9088fd6aade1f0db" providerId="LiveId" clId="{4AC3BA77-3C34-4FCD-BB7B-98B252E4C817}" dt="2026-06-25T12:48:17.297" v="1409" actId="931"/>
          <ac:spMkLst>
            <pc:docMk/>
            <pc:sldMk cId="305715616" sldId="270"/>
            <ac:spMk id="3" creationId="{95E2C161-5FDE-32BA-E39B-417C44EA5461}"/>
          </ac:spMkLst>
        </pc:spChg>
        <pc:picChg chg="add mod ord">
          <ac:chgData name="varalakshminaidu51@gmail.com" userId="9088fd6aade1f0db" providerId="LiveId" clId="{4AC3BA77-3C34-4FCD-BB7B-98B252E4C817}" dt="2026-06-25T12:50:10.295" v="1420" actId="1076"/>
          <ac:picMkLst>
            <pc:docMk/>
            <pc:sldMk cId="305715616" sldId="270"/>
            <ac:picMk id="5" creationId="{AFF23CB0-E7BE-0AD4-762D-129D37B2D479}"/>
          </ac:picMkLst>
        </pc:picChg>
      </pc:sldChg>
      <pc:sldChg chg="addSp delSp modSp new mod">
        <pc:chgData name="varalakshminaidu51@gmail.com" userId="9088fd6aade1f0db" providerId="LiveId" clId="{4AC3BA77-3C34-4FCD-BB7B-98B252E4C817}" dt="2026-06-25T13:08:49.990" v="1540" actId="1076"/>
        <pc:sldMkLst>
          <pc:docMk/>
          <pc:sldMk cId="3532467269" sldId="271"/>
        </pc:sldMkLst>
        <pc:spChg chg="mod">
          <ac:chgData name="varalakshminaidu51@gmail.com" userId="9088fd6aade1f0db" providerId="LiveId" clId="{4AC3BA77-3C34-4FCD-BB7B-98B252E4C817}" dt="2026-06-25T13:07:31.389" v="1537" actId="20577"/>
          <ac:spMkLst>
            <pc:docMk/>
            <pc:sldMk cId="3532467269" sldId="271"/>
            <ac:spMk id="2" creationId="{5F634AF8-C13C-C983-5AFB-980F41BE4DBF}"/>
          </ac:spMkLst>
        </pc:spChg>
        <pc:spChg chg="del">
          <ac:chgData name="varalakshminaidu51@gmail.com" userId="9088fd6aade1f0db" providerId="LiveId" clId="{4AC3BA77-3C34-4FCD-BB7B-98B252E4C817}" dt="2026-06-25T12:52:01.460" v="1422" actId="931"/>
          <ac:spMkLst>
            <pc:docMk/>
            <pc:sldMk cId="3532467269" sldId="271"/>
            <ac:spMk id="3" creationId="{C43BB8A5-C0EE-D9AF-926C-862A3E836205}"/>
          </ac:spMkLst>
        </pc:spChg>
        <pc:spChg chg="add mod">
          <ac:chgData name="varalakshminaidu51@gmail.com" userId="9088fd6aade1f0db" providerId="LiveId" clId="{4AC3BA77-3C34-4FCD-BB7B-98B252E4C817}" dt="2026-06-25T13:08:49.990" v="1540" actId="1076"/>
          <ac:spMkLst>
            <pc:docMk/>
            <pc:sldMk cId="3532467269" sldId="271"/>
            <ac:spMk id="7" creationId="{D1CB2111-7C17-B413-4143-0D33031C801D}"/>
          </ac:spMkLst>
        </pc:spChg>
        <pc:picChg chg="add mod ord">
          <ac:chgData name="varalakshminaidu51@gmail.com" userId="9088fd6aade1f0db" providerId="LiveId" clId="{4AC3BA77-3C34-4FCD-BB7B-98B252E4C817}" dt="2026-06-25T12:52:23.477" v="1427" actId="14100"/>
          <ac:picMkLst>
            <pc:docMk/>
            <pc:sldMk cId="3532467269" sldId="271"/>
            <ac:picMk id="5" creationId="{D1EB4EDD-749D-B931-B35A-E4680AAC9AB4}"/>
          </ac:picMkLst>
        </pc:picChg>
      </pc:sldChg>
      <pc:sldChg chg="addSp delSp modSp new mod">
        <pc:chgData name="varalakshminaidu51@gmail.com" userId="9088fd6aade1f0db" providerId="LiveId" clId="{4AC3BA77-3C34-4FCD-BB7B-98B252E4C817}" dt="2026-06-25T13:15:22.774" v="1657" actId="1076"/>
        <pc:sldMkLst>
          <pc:docMk/>
          <pc:sldMk cId="2464269607" sldId="272"/>
        </pc:sldMkLst>
        <pc:spChg chg="mod">
          <ac:chgData name="varalakshminaidu51@gmail.com" userId="9088fd6aade1f0db" providerId="LiveId" clId="{4AC3BA77-3C34-4FCD-BB7B-98B252E4C817}" dt="2026-06-25T13:12:40.628" v="1649" actId="1076"/>
          <ac:spMkLst>
            <pc:docMk/>
            <pc:sldMk cId="2464269607" sldId="272"/>
            <ac:spMk id="2" creationId="{A3D3A4A7-7B8D-E583-C14F-E80F58C69861}"/>
          </ac:spMkLst>
        </pc:spChg>
        <pc:spChg chg="del">
          <ac:chgData name="varalakshminaidu51@gmail.com" userId="9088fd6aade1f0db" providerId="LiveId" clId="{4AC3BA77-3C34-4FCD-BB7B-98B252E4C817}" dt="2026-06-25T13:10:44.926" v="1573" actId="931"/>
          <ac:spMkLst>
            <pc:docMk/>
            <pc:sldMk cId="2464269607" sldId="272"/>
            <ac:spMk id="3" creationId="{DF22DED9-7569-67CF-9E3C-4BC40DF8FDED}"/>
          </ac:spMkLst>
        </pc:spChg>
        <pc:spChg chg="add mod">
          <ac:chgData name="varalakshminaidu51@gmail.com" userId="9088fd6aade1f0db" providerId="LiveId" clId="{4AC3BA77-3C34-4FCD-BB7B-98B252E4C817}" dt="2026-06-25T13:12:49.433" v="1650" actId="1076"/>
          <ac:spMkLst>
            <pc:docMk/>
            <pc:sldMk cId="2464269607" sldId="272"/>
            <ac:spMk id="7" creationId="{37F461B2-3882-1E83-79CD-6A18FFADA0AD}"/>
          </ac:spMkLst>
        </pc:spChg>
        <pc:spChg chg="add mod">
          <ac:chgData name="varalakshminaidu51@gmail.com" userId="9088fd6aade1f0db" providerId="LiveId" clId="{4AC3BA77-3C34-4FCD-BB7B-98B252E4C817}" dt="2026-06-25T13:15:18.073" v="1656" actId="1076"/>
          <ac:spMkLst>
            <pc:docMk/>
            <pc:sldMk cId="2464269607" sldId="272"/>
            <ac:spMk id="9" creationId="{47484D56-8EB6-75C4-1A8B-2866D2B606DF}"/>
          </ac:spMkLst>
        </pc:spChg>
        <pc:picChg chg="add mod ord">
          <ac:chgData name="varalakshminaidu51@gmail.com" userId="9088fd6aade1f0db" providerId="LiveId" clId="{4AC3BA77-3C34-4FCD-BB7B-98B252E4C817}" dt="2026-06-25T13:15:22.774" v="1657" actId="1076"/>
          <ac:picMkLst>
            <pc:docMk/>
            <pc:sldMk cId="2464269607" sldId="272"/>
            <ac:picMk id="5" creationId="{639A3D2D-DC69-3049-1B7D-E9A115C1491D}"/>
          </ac:picMkLst>
        </pc:picChg>
      </pc:sldChg>
      <pc:sldChg chg="addSp delSp modSp new mod">
        <pc:chgData name="varalakshminaidu51@gmail.com" userId="9088fd6aade1f0db" providerId="LiveId" clId="{4AC3BA77-3C34-4FCD-BB7B-98B252E4C817}" dt="2026-06-25T13:21:19.627" v="2019" actId="14100"/>
        <pc:sldMkLst>
          <pc:docMk/>
          <pc:sldMk cId="2818518064" sldId="273"/>
        </pc:sldMkLst>
        <pc:spChg chg="mod">
          <ac:chgData name="varalakshminaidu51@gmail.com" userId="9088fd6aade1f0db" providerId="LiveId" clId="{4AC3BA77-3C34-4FCD-BB7B-98B252E4C817}" dt="2026-06-25T13:20:35.020" v="1944" actId="1076"/>
          <ac:spMkLst>
            <pc:docMk/>
            <pc:sldMk cId="2818518064" sldId="273"/>
            <ac:spMk id="2" creationId="{3E21D9ED-6F7E-2089-CDA9-64E0BEE5CD7A}"/>
          </ac:spMkLst>
        </pc:spChg>
        <pc:spChg chg="del mod">
          <ac:chgData name="varalakshminaidu51@gmail.com" userId="9088fd6aade1f0db" providerId="LiveId" clId="{4AC3BA77-3C34-4FCD-BB7B-98B252E4C817}" dt="2026-06-25T13:18:07.856" v="1819" actId="931"/>
          <ac:spMkLst>
            <pc:docMk/>
            <pc:sldMk cId="2818518064" sldId="273"/>
            <ac:spMk id="3" creationId="{9950A89F-CBD4-9A25-0AC3-06A81FEF1F1E}"/>
          </ac:spMkLst>
        </pc:spChg>
        <pc:spChg chg="add mod">
          <ac:chgData name="varalakshminaidu51@gmail.com" userId="9088fd6aade1f0db" providerId="LiveId" clId="{4AC3BA77-3C34-4FCD-BB7B-98B252E4C817}" dt="2026-06-25T13:20:18.672" v="1943" actId="14100"/>
          <ac:spMkLst>
            <pc:docMk/>
            <pc:sldMk cId="2818518064" sldId="273"/>
            <ac:spMk id="7" creationId="{6011CD1C-4FBF-D971-8094-9D779C75C1EE}"/>
          </ac:spMkLst>
        </pc:spChg>
        <pc:spChg chg="add mod">
          <ac:chgData name="varalakshminaidu51@gmail.com" userId="9088fd6aade1f0db" providerId="LiveId" clId="{4AC3BA77-3C34-4FCD-BB7B-98B252E4C817}" dt="2026-06-25T13:21:19.627" v="2019" actId="14100"/>
          <ac:spMkLst>
            <pc:docMk/>
            <pc:sldMk cId="2818518064" sldId="273"/>
            <ac:spMk id="9" creationId="{40AE16BE-3A4F-FBDB-CC0D-27F10255A2DA}"/>
          </ac:spMkLst>
        </pc:spChg>
        <pc:picChg chg="add mod ord">
          <ac:chgData name="varalakshminaidu51@gmail.com" userId="9088fd6aade1f0db" providerId="LiveId" clId="{4AC3BA77-3C34-4FCD-BB7B-98B252E4C817}" dt="2026-06-25T13:20:48.280" v="1946" actId="14100"/>
          <ac:picMkLst>
            <pc:docMk/>
            <pc:sldMk cId="2818518064" sldId="273"/>
            <ac:picMk id="5" creationId="{9BBD4F0F-990F-DF93-EA11-9AB2391B9F96}"/>
          </ac:picMkLst>
        </pc:picChg>
      </pc:sldChg>
      <pc:sldChg chg="addSp modSp new mod">
        <pc:chgData name="varalakshminaidu51@gmail.com" userId="9088fd6aade1f0db" providerId="LiveId" clId="{4AC3BA77-3C34-4FCD-BB7B-98B252E4C817}" dt="2026-06-25T13:36:24.594" v="2273" actId="1076"/>
        <pc:sldMkLst>
          <pc:docMk/>
          <pc:sldMk cId="2212638748" sldId="274"/>
        </pc:sldMkLst>
        <pc:spChg chg="mod">
          <ac:chgData name="varalakshminaidu51@gmail.com" userId="9088fd6aade1f0db" providerId="LiveId" clId="{4AC3BA77-3C34-4FCD-BB7B-98B252E4C817}" dt="2026-06-25T13:36:24.594" v="2273" actId="1076"/>
          <ac:spMkLst>
            <pc:docMk/>
            <pc:sldMk cId="2212638748" sldId="274"/>
            <ac:spMk id="2" creationId="{75D3CF69-298B-C5D4-59A1-A3B3E6F87A72}"/>
          </ac:spMkLst>
        </pc:spChg>
        <pc:spChg chg="mod">
          <ac:chgData name="varalakshminaidu51@gmail.com" userId="9088fd6aade1f0db" providerId="LiveId" clId="{4AC3BA77-3C34-4FCD-BB7B-98B252E4C817}" dt="2026-06-25T13:36:01.768" v="2271" actId="1076"/>
          <ac:spMkLst>
            <pc:docMk/>
            <pc:sldMk cId="2212638748" sldId="274"/>
            <ac:spMk id="3" creationId="{F3BC2FD6-DC5E-7905-DB6F-FEB3BF9A7D33}"/>
          </ac:spMkLst>
        </pc:spChg>
        <pc:spChg chg="add mod">
          <ac:chgData name="varalakshminaidu51@gmail.com" userId="9088fd6aade1f0db" providerId="LiveId" clId="{4AC3BA77-3C34-4FCD-BB7B-98B252E4C817}" dt="2026-06-25T13:36:12.224" v="2272" actId="1076"/>
          <ac:spMkLst>
            <pc:docMk/>
            <pc:sldMk cId="2212638748" sldId="274"/>
            <ac:spMk id="5" creationId="{785D0784-963E-F3BB-3BF2-BC7CEF5ACB4E}"/>
          </ac:spMkLst>
        </pc:spChg>
      </pc:sldChg>
      <pc:sldChg chg="modSp new mod">
        <pc:chgData name="varalakshminaidu51@gmail.com" userId="9088fd6aade1f0db" providerId="LiveId" clId="{4AC3BA77-3C34-4FCD-BB7B-98B252E4C817}" dt="2026-06-25T13:40:41.807" v="2302" actId="27636"/>
        <pc:sldMkLst>
          <pc:docMk/>
          <pc:sldMk cId="1295037800" sldId="275"/>
        </pc:sldMkLst>
        <pc:spChg chg="mod">
          <ac:chgData name="varalakshminaidu51@gmail.com" userId="9088fd6aade1f0db" providerId="LiveId" clId="{4AC3BA77-3C34-4FCD-BB7B-98B252E4C817}" dt="2026-06-25T13:39:07.160" v="2289" actId="20577"/>
          <ac:spMkLst>
            <pc:docMk/>
            <pc:sldMk cId="1295037800" sldId="275"/>
            <ac:spMk id="2" creationId="{A704DCCB-B655-39E0-5ABE-92341EF3580E}"/>
          </ac:spMkLst>
        </pc:spChg>
        <pc:spChg chg="mod">
          <ac:chgData name="varalakshminaidu51@gmail.com" userId="9088fd6aade1f0db" providerId="LiveId" clId="{4AC3BA77-3C34-4FCD-BB7B-98B252E4C817}" dt="2026-06-25T13:40:41.807" v="2302" actId="27636"/>
          <ac:spMkLst>
            <pc:docMk/>
            <pc:sldMk cId="1295037800" sldId="275"/>
            <ac:spMk id="3" creationId="{62BFE83E-14F3-11CB-FA07-2A84F0678E90}"/>
          </ac:spMkLst>
        </pc:spChg>
      </pc:sldChg>
      <pc:sldChg chg="addSp delSp modSp new mod">
        <pc:chgData name="varalakshminaidu51@gmail.com" userId="9088fd6aade1f0db" providerId="LiveId" clId="{4AC3BA77-3C34-4FCD-BB7B-98B252E4C817}" dt="2026-06-25T13:47:44.839" v="2357" actId="14100"/>
        <pc:sldMkLst>
          <pc:docMk/>
          <pc:sldMk cId="535943303" sldId="276"/>
        </pc:sldMkLst>
        <pc:spChg chg="mod">
          <ac:chgData name="varalakshminaidu51@gmail.com" userId="9088fd6aade1f0db" providerId="LiveId" clId="{4AC3BA77-3C34-4FCD-BB7B-98B252E4C817}" dt="2026-06-25T13:46:54.765" v="2351" actId="20577"/>
          <ac:spMkLst>
            <pc:docMk/>
            <pc:sldMk cId="535943303" sldId="276"/>
            <ac:spMk id="2" creationId="{2D065FCF-0A3E-86BF-B221-C76B56826AF9}"/>
          </ac:spMkLst>
        </pc:spChg>
        <pc:spChg chg="del">
          <ac:chgData name="varalakshminaidu51@gmail.com" userId="9088fd6aade1f0db" providerId="LiveId" clId="{4AC3BA77-3C34-4FCD-BB7B-98B252E4C817}" dt="2026-06-25T13:47:21.661" v="2352" actId="931"/>
          <ac:spMkLst>
            <pc:docMk/>
            <pc:sldMk cId="535943303" sldId="276"/>
            <ac:spMk id="3" creationId="{87EB0A5F-FBF5-29B8-3BB3-AA7D0B64E0C9}"/>
          </ac:spMkLst>
        </pc:spChg>
        <pc:picChg chg="add mod ord">
          <ac:chgData name="varalakshminaidu51@gmail.com" userId="9088fd6aade1f0db" providerId="LiveId" clId="{4AC3BA77-3C34-4FCD-BB7B-98B252E4C817}" dt="2026-06-25T13:47:44.839" v="2357" actId="14100"/>
          <ac:picMkLst>
            <pc:docMk/>
            <pc:sldMk cId="535943303" sldId="276"/>
            <ac:picMk id="5" creationId="{10757116-AD57-728B-5B3F-72518E281E04}"/>
          </ac:picMkLst>
        </pc:picChg>
      </pc:sldChg>
      <pc:sldChg chg="addSp delSp modSp new del mod">
        <pc:chgData name="varalakshminaidu51@gmail.com" userId="9088fd6aade1f0db" providerId="LiveId" clId="{4AC3BA77-3C34-4FCD-BB7B-98B252E4C817}" dt="2026-06-25T14:28:38.007" v="2717" actId="2696"/>
        <pc:sldMkLst>
          <pc:docMk/>
          <pc:sldMk cId="171702334" sldId="277"/>
        </pc:sldMkLst>
        <pc:spChg chg="mod">
          <ac:chgData name="varalakshminaidu51@gmail.com" userId="9088fd6aade1f0db" providerId="LiveId" clId="{4AC3BA77-3C34-4FCD-BB7B-98B252E4C817}" dt="2026-06-25T14:26:14.919" v="2686" actId="20577"/>
          <ac:spMkLst>
            <pc:docMk/>
            <pc:sldMk cId="171702334" sldId="277"/>
            <ac:spMk id="2" creationId="{2DCC27C0-CBC3-B614-B980-A1AFA2F008A1}"/>
          </ac:spMkLst>
        </pc:spChg>
        <pc:spChg chg="mod">
          <ac:chgData name="varalakshminaidu51@gmail.com" userId="9088fd6aade1f0db" providerId="LiveId" clId="{4AC3BA77-3C34-4FCD-BB7B-98B252E4C817}" dt="2026-06-25T14:26:31.773" v="2687"/>
          <ac:spMkLst>
            <pc:docMk/>
            <pc:sldMk cId="171702334" sldId="277"/>
            <ac:spMk id="3" creationId="{0266FFF2-C3F0-1FF1-616F-3B73C7686D31}"/>
          </ac:spMkLst>
        </pc:spChg>
        <pc:spChg chg="del">
          <ac:chgData name="varalakshminaidu51@gmail.com" userId="9088fd6aade1f0db" providerId="LiveId" clId="{4AC3BA77-3C34-4FCD-BB7B-98B252E4C817}" dt="2026-06-25T14:26:43.797" v="2688" actId="34307"/>
          <ac:spMkLst>
            <pc:docMk/>
            <pc:sldMk cId="171702334" sldId="277"/>
            <ac:spMk id="4" creationId="{CD3C2AE4-F1B1-CB7F-B89B-45CF05556EBB}"/>
          </ac:spMkLst>
        </pc:spChg>
        <pc:spChg chg="add del mod">
          <ac:chgData name="varalakshminaidu51@gmail.com" userId="9088fd6aade1f0db" providerId="LiveId" clId="{4AC3BA77-3C34-4FCD-BB7B-98B252E4C817}" dt="2026-06-25T14:27:23.491" v="2694"/>
          <ac:spMkLst>
            <pc:docMk/>
            <pc:sldMk cId="171702334" sldId="277"/>
            <ac:spMk id="7" creationId="{DCAB7EB0-7B57-2D8E-539A-86DFDCA96B27}"/>
          </ac:spMkLst>
        </pc:spChg>
        <pc:picChg chg="add mod ord">
          <ac:chgData name="varalakshminaidu51@gmail.com" userId="9088fd6aade1f0db" providerId="LiveId" clId="{4AC3BA77-3C34-4FCD-BB7B-98B252E4C817}" dt="2026-06-25T14:27:14.752" v="2691" actId="14100"/>
          <ac:picMkLst>
            <pc:docMk/>
            <pc:sldMk cId="171702334" sldId="277"/>
            <ac:picMk id="5" creationId="{C417AAD1-FFC9-F82C-29B0-D368F62037CD}"/>
          </ac:picMkLst>
        </pc:picChg>
      </pc:sldChg>
      <pc:sldChg chg="modSp new mod">
        <pc:chgData name="varalakshminaidu51@gmail.com" userId="9088fd6aade1f0db" providerId="LiveId" clId="{4AC3BA77-3C34-4FCD-BB7B-98B252E4C817}" dt="2026-06-25T14:28:30.975" v="2716" actId="20577"/>
        <pc:sldMkLst>
          <pc:docMk/>
          <pc:sldMk cId="1314569278" sldId="278"/>
        </pc:sldMkLst>
        <pc:spChg chg="mod">
          <ac:chgData name="varalakshminaidu51@gmail.com" userId="9088fd6aade1f0db" providerId="LiveId" clId="{4AC3BA77-3C34-4FCD-BB7B-98B252E4C817}" dt="2026-06-25T14:28:30.975" v="2716" actId="20577"/>
          <ac:spMkLst>
            <pc:docMk/>
            <pc:sldMk cId="1314569278" sldId="278"/>
            <ac:spMk id="2" creationId="{6E4502F9-1FD7-FF12-E409-D5966D13C7D8}"/>
          </ac:spMkLst>
        </pc:spChg>
        <pc:spChg chg="mod">
          <ac:chgData name="varalakshminaidu51@gmail.com" userId="9088fd6aade1f0db" providerId="LiveId" clId="{4AC3BA77-3C34-4FCD-BB7B-98B252E4C817}" dt="2026-06-25T14:28:17.160" v="2706" actId="27636"/>
          <ac:spMkLst>
            <pc:docMk/>
            <pc:sldMk cId="1314569278" sldId="278"/>
            <ac:spMk id="3" creationId="{05A1441B-35CA-5680-9933-42D02FB688BA}"/>
          </ac:spMkLst>
        </pc:spChg>
        <pc:spChg chg="mod">
          <ac:chgData name="varalakshminaidu51@gmail.com" userId="9088fd6aade1f0db" providerId="LiveId" clId="{4AC3BA77-3C34-4FCD-BB7B-98B252E4C817}" dt="2026-06-25T14:28:17.703" v="2708" actId="20577"/>
          <ac:spMkLst>
            <pc:docMk/>
            <pc:sldMk cId="1314569278" sldId="278"/>
            <ac:spMk id="4" creationId="{F35875B0-F1FC-421F-1973-37B0FADE2C0F}"/>
          </ac:spMkLst>
        </pc:spChg>
      </pc:sldChg>
      <pc:sldMasterChg chg="delSldLayout">
        <pc:chgData name="varalakshminaidu51@gmail.com" userId="9088fd6aade1f0db" providerId="LiveId" clId="{4AC3BA77-3C34-4FCD-BB7B-98B252E4C817}" dt="2026-06-23T07:43:31.021" v="33" actId="2696"/>
        <pc:sldMasterMkLst>
          <pc:docMk/>
          <pc:sldMasterMk cId="1025596356" sldId="2147483906"/>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0530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2742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7457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791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42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7443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7184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463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548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408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37955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2807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77751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8021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04113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7521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6/25/2026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25596356"/>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AAE0-7036-1C87-BE63-FA4BCD74B573}"/>
              </a:ext>
            </a:extLst>
          </p:cNvPr>
          <p:cNvSpPr>
            <a:spLocks noGrp="1"/>
          </p:cNvSpPr>
          <p:nvPr>
            <p:ph type="title"/>
          </p:nvPr>
        </p:nvSpPr>
        <p:spPr>
          <a:xfrm>
            <a:off x="943896" y="3270208"/>
            <a:ext cx="8396749" cy="2176862"/>
          </a:xfrm>
        </p:spPr>
        <p:txBody>
          <a:bodyPr>
            <a:normAutofit/>
          </a:bodyPr>
          <a:lstStyle/>
          <a:p>
            <a:r>
              <a:rPr lang="en-US" i="1" dirty="0">
                <a:solidFill>
                  <a:schemeClr val="tx1"/>
                </a:solidFill>
              </a:rPr>
              <a:t>     COLLEGE</a:t>
            </a:r>
            <a:r>
              <a:rPr lang="en-US" dirty="0"/>
              <a:t> </a:t>
            </a:r>
            <a:r>
              <a:rPr lang="en-US" i="1" dirty="0">
                <a:solidFill>
                  <a:schemeClr val="tx1"/>
                </a:solidFill>
              </a:rPr>
              <a:t>PLACEMENT</a:t>
            </a:r>
            <a:r>
              <a:rPr lang="en-US" dirty="0"/>
              <a:t> </a:t>
            </a:r>
            <a:r>
              <a:rPr lang="en-US" i="1" dirty="0">
                <a:solidFill>
                  <a:schemeClr val="tx1"/>
                </a:solidFill>
              </a:rPr>
              <a:t>ANALYSIS </a:t>
            </a:r>
            <a:br>
              <a:rPr lang="en-US" i="1" dirty="0">
                <a:solidFill>
                  <a:schemeClr val="tx1"/>
                </a:solidFill>
              </a:rPr>
            </a:br>
            <a:r>
              <a:rPr lang="en-US" i="1" dirty="0">
                <a:solidFill>
                  <a:schemeClr val="tx1"/>
                </a:solidFill>
              </a:rPr>
              <a:t>                   </a:t>
            </a:r>
            <a:endParaRPr lang="en-IN" i="1" dirty="0">
              <a:solidFill>
                <a:schemeClr val="tx1"/>
              </a:solidFill>
            </a:endParaRPr>
          </a:p>
        </p:txBody>
      </p:sp>
      <p:pic>
        <p:nvPicPr>
          <p:cNvPr id="5" name="Content Placeholder 4">
            <a:extLst>
              <a:ext uri="{FF2B5EF4-FFF2-40B4-BE49-F238E27FC236}">
                <a16:creationId xmlns:a16="http://schemas.microsoft.com/office/drawing/2014/main" id="{91D94F40-8909-29B5-963B-30845E098E62}"/>
              </a:ext>
            </a:extLst>
          </p:cNvPr>
          <p:cNvPicPr>
            <a:picLocks noGrp="1" noChangeAspect="1"/>
          </p:cNvPicPr>
          <p:nvPr>
            <p:ph idx="1"/>
          </p:nvPr>
        </p:nvPicPr>
        <p:blipFill>
          <a:blip r:embed="rId2"/>
          <a:stretch>
            <a:fillRect/>
          </a:stretch>
        </p:blipFill>
        <p:spPr>
          <a:xfrm>
            <a:off x="3859161" y="420330"/>
            <a:ext cx="2074606" cy="1388806"/>
          </a:xfrm>
          <a:prstGeom prst="rect">
            <a:avLst/>
          </a:prstGeom>
        </p:spPr>
      </p:pic>
    </p:spTree>
    <p:extLst>
      <p:ext uri="{BB962C8B-B14F-4D97-AF65-F5344CB8AC3E}">
        <p14:creationId xmlns:p14="http://schemas.microsoft.com/office/powerpoint/2010/main" val="2767472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02F9-1FD7-FF12-E409-D5966D13C7D8}"/>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5A1441B-35CA-5680-9933-42D02FB688BA}"/>
              </a:ext>
            </a:extLst>
          </p:cNvPr>
          <p:cNvSpPr>
            <a:spLocks noGrp="1"/>
          </p:cNvSpPr>
          <p:nvPr>
            <p:ph sz="half" idx="1"/>
          </p:nvPr>
        </p:nvSpPr>
        <p:spPr/>
        <p:txBody>
          <a:bodyPr>
            <a:normAutofit/>
          </a:bodyPr>
          <a:lstStyle/>
          <a:p>
            <a:r>
              <a:rPr lang="en-US" dirty="0"/>
              <a:t>Abstract</a:t>
            </a:r>
          </a:p>
          <a:p>
            <a:r>
              <a:rPr lang="en-US" dirty="0"/>
              <a:t>Project overview</a:t>
            </a:r>
          </a:p>
          <a:p>
            <a:r>
              <a:rPr lang="en-US" dirty="0"/>
              <a:t>Introduction</a:t>
            </a:r>
          </a:p>
          <a:p>
            <a:r>
              <a:rPr lang="en-US" dirty="0"/>
              <a:t>Dataset Details</a:t>
            </a:r>
          </a:p>
          <a:p>
            <a:r>
              <a:rPr lang="en-US" dirty="0"/>
              <a:t>Data Cleaning</a:t>
            </a:r>
          </a:p>
          <a:p>
            <a:r>
              <a:rPr lang="en-US" dirty="0"/>
              <a:t>Dataset Description</a:t>
            </a:r>
          </a:p>
          <a:p>
            <a:r>
              <a:rPr lang="en-US" dirty="0"/>
              <a:t>Salary distribution analysis</a:t>
            </a:r>
          </a:p>
          <a:p>
            <a:r>
              <a:rPr lang="en-US" dirty="0"/>
              <a:t>Gender wise </a:t>
            </a:r>
            <a:r>
              <a:rPr lang="en-US" dirty="0" err="1"/>
              <a:t>distrivution</a:t>
            </a:r>
            <a:endParaRPr lang="en-US" dirty="0"/>
          </a:p>
          <a:p>
            <a:endParaRPr lang="en-IN" dirty="0"/>
          </a:p>
        </p:txBody>
      </p:sp>
      <p:sp>
        <p:nvSpPr>
          <p:cNvPr id="4" name="Content Placeholder 3">
            <a:extLst>
              <a:ext uri="{FF2B5EF4-FFF2-40B4-BE49-F238E27FC236}">
                <a16:creationId xmlns:a16="http://schemas.microsoft.com/office/drawing/2014/main" id="{F35875B0-F1FC-421F-1973-37B0FADE2C0F}"/>
              </a:ext>
            </a:extLst>
          </p:cNvPr>
          <p:cNvSpPr>
            <a:spLocks noGrp="1"/>
          </p:cNvSpPr>
          <p:nvPr>
            <p:ph sz="half" idx="2"/>
          </p:nvPr>
        </p:nvSpPr>
        <p:spPr/>
        <p:txBody>
          <a:bodyPr>
            <a:normAutofit/>
          </a:bodyPr>
          <a:lstStyle/>
          <a:p>
            <a:r>
              <a:rPr lang="en-US" dirty="0"/>
              <a:t>Exploratory data analysis</a:t>
            </a:r>
          </a:p>
          <a:p>
            <a:r>
              <a:rPr lang="en-US" dirty="0"/>
              <a:t>System Requirements</a:t>
            </a:r>
          </a:p>
          <a:p>
            <a:r>
              <a:rPr lang="en-US" dirty="0"/>
              <a:t>Features importance and results</a:t>
            </a:r>
          </a:p>
          <a:p>
            <a:r>
              <a:rPr lang="en-US" dirty="0"/>
              <a:t>Architecture</a:t>
            </a:r>
          </a:p>
          <a:p>
            <a:r>
              <a:rPr lang="en-US" dirty="0"/>
              <a:t>Uses of data analysis library</a:t>
            </a:r>
          </a:p>
          <a:p>
            <a:r>
              <a:rPr lang="en-US" dirty="0"/>
              <a:t>Objectives</a:t>
            </a:r>
          </a:p>
          <a:p>
            <a:r>
              <a:rPr lang="en-US" dirty="0"/>
              <a:t>Advantages</a:t>
            </a:r>
          </a:p>
          <a:p>
            <a:r>
              <a:rPr lang="en-US" dirty="0"/>
              <a:t>Conclusion</a:t>
            </a:r>
            <a:endParaRPr lang="en-IN" dirty="0"/>
          </a:p>
          <a:p>
            <a:endParaRPr lang="en-IN" dirty="0"/>
          </a:p>
        </p:txBody>
      </p:sp>
    </p:spTree>
    <p:extLst>
      <p:ext uri="{BB962C8B-B14F-4D97-AF65-F5344CB8AC3E}">
        <p14:creationId xmlns:p14="http://schemas.microsoft.com/office/powerpoint/2010/main" val="1314569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BD53A-C194-F3E7-D8E9-7650C0BBE21E}"/>
              </a:ext>
            </a:extLst>
          </p:cNvPr>
          <p:cNvSpPr>
            <a:spLocks noGrp="1"/>
          </p:cNvSpPr>
          <p:nvPr>
            <p:ph type="title"/>
          </p:nvPr>
        </p:nvSpPr>
        <p:spPr>
          <a:xfrm>
            <a:off x="3105574" y="1117600"/>
            <a:ext cx="8596668" cy="1320800"/>
          </a:xfrm>
        </p:spPr>
        <p:txBody>
          <a:bodyPr/>
          <a:lstStyle/>
          <a:p>
            <a:r>
              <a:rPr lang="en-US" dirty="0"/>
              <a:t>ABSTRACT</a:t>
            </a:r>
            <a:endParaRPr lang="en-IN" dirty="0"/>
          </a:p>
        </p:txBody>
      </p:sp>
      <p:sp>
        <p:nvSpPr>
          <p:cNvPr id="5" name="Content Placeholder 4">
            <a:extLst>
              <a:ext uri="{FF2B5EF4-FFF2-40B4-BE49-F238E27FC236}">
                <a16:creationId xmlns:a16="http://schemas.microsoft.com/office/drawing/2014/main" id="{07C6F8BB-49A6-28A7-0810-3219751CD6E4}"/>
              </a:ext>
            </a:extLst>
          </p:cNvPr>
          <p:cNvSpPr>
            <a:spLocks noGrp="1"/>
          </p:cNvSpPr>
          <p:nvPr>
            <p:ph idx="1"/>
          </p:nvPr>
        </p:nvSpPr>
        <p:spPr/>
        <p:txBody>
          <a:bodyPr/>
          <a:lstStyle/>
          <a:p>
            <a:r>
              <a:rPr lang="en-IN" dirty="0"/>
              <a:t>Analysed student placement data of 100 students. </a:t>
            </a:r>
          </a:p>
          <a:p>
            <a:r>
              <a:rPr lang="en-IN" dirty="0"/>
              <a:t>Used CGPA, Branch, and Internship details to study placement trends. </a:t>
            </a:r>
          </a:p>
          <a:p>
            <a:r>
              <a:rPr lang="en-IN" dirty="0"/>
              <a:t>Applied a Random Forest model to predict student placements. </a:t>
            </a:r>
          </a:p>
          <a:p>
            <a:r>
              <a:rPr lang="en-IN" dirty="0"/>
              <a:t>Created charts and graphs to visualize placement insights. </a:t>
            </a:r>
          </a:p>
          <a:p>
            <a:r>
              <a:rPr lang="en-IN" dirty="0"/>
              <a:t>Helps students and colleges improve placement opportunities. </a:t>
            </a:r>
          </a:p>
          <a:p>
            <a:pPr marL="0" indent="0">
              <a:buNone/>
            </a:pPr>
            <a:endParaRPr lang="en-IN" dirty="0"/>
          </a:p>
        </p:txBody>
      </p:sp>
    </p:spTree>
    <p:extLst>
      <p:ext uri="{BB962C8B-B14F-4D97-AF65-F5344CB8AC3E}">
        <p14:creationId xmlns:p14="http://schemas.microsoft.com/office/powerpoint/2010/main" val="809913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3DD6-0C09-FDFA-CB84-D9029C8C5897}"/>
              </a:ext>
            </a:extLst>
          </p:cNvPr>
          <p:cNvSpPr>
            <a:spLocks noGrp="1"/>
          </p:cNvSpPr>
          <p:nvPr>
            <p:ph type="title"/>
          </p:nvPr>
        </p:nvSpPr>
        <p:spPr/>
        <p:txBody>
          <a:bodyPr/>
          <a:lstStyle/>
          <a:p>
            <a:r>
              <a:rPr lang="en-US" dirty="0"/>
              <a:t>P</a:t>
            </a:r>
            <a:r>
              <a:rPr lang="en-IN" dirty="0"/>
              <a:t>ROJECT OVERVIEW</a:t>
            </a:r>
          </a:p>
        </p:txBody>
      </p:sp>
      <p:sp>
        <p:nvSpPr>
          <p:cNvPr id="3" name="Content Placeholder 2">
            <a:extLst>
              <a:ext uri="{FF2B5EF4-FFF2-40B4-BE49-F238E27FC236}">
                <a16:creationId xmlns:a16="http://schemas.microsoft.com/office/drawing/2014/main" id="{0AE966E7-1868-C22C-C614-633719639114}"/>
              </a:ext>
            </a:extLst>
          </p:cNvPr>
          <p:cNvSpPr>
            <a:spLocks noGrp="1"/>
          </p:cNvSpPr>
          <p:nvPr>
            <p:ph idx="1"/>
          </p:nvPr>
        </p:nvSpPr>
        <p:spPr/>
        <p:txBody>
          <a:bodyPr numCol="1"/>
          <a:lstStyle/>
          <a:p>
            <a:r>
              <a:rPr lang="en-US" dirty="0"/>
              <a:t>This project analyzes student placement data and identifies factors affecting Placements such as:</a:t>
            </a:r>
          </a:p>
          <a:p>
            <a:pPr>
              <a:buFont typeface="+mj-lt"/>
              <a:buAutoNum type="arabicPeriod"/>
            </a:pPr>
            <a:r>
              <a:rPr lang="en-IN" dirty="0"/>
              <a:t>CGPA</a:t>
            </a:r>
          </a:p>
          <a:p>
            <a:pPr>
              <a:buFont typeface="+mj-lt"/>
              <a:buAutoNum type="arabicPeriod"/>
            </a:pPr>
            <a:r>
              <a:rPr lang="en-IN" dirty="0"/>
              <a:t>Branch</a:t>
            </a:r>
          </a:p>
          <a:p>
            <a:pPr>
              <a:buFont typeface="+mj-lt"/>
              <a:buAutoNum type="arabicPeriod"/>
            </a:pPr>
            <a:r>
              <a:rPr lang="en-IN" dirty="0"/>
              <a:t>Internships</a:t>
            </a:r>
          </a:p>
          <a:p>
            <a:pPr>
              <a:buFont typeface="+mj-lt"/>
              <a:buAutoNum type="arabicPeriod"/>
            </a:pPr>
            <a:r>
              <a:rPr lang="en-IN" dirty="0"/>
              <a:t>Gender</a:t>
            </a:r>
          </a:p>
          <a:p>
            <a:pPr>
              <a:buFont typeface="+mj-lt"/>
              <a:buAutoNum type="arabicPeriod"/>
            </a:pPr>
            <a:r>
              <a:rPr lang="en-IN" dirty="0"/>
              <a:t>Salary package</a:t>
            </a:r>
          </a:p>
          <a:p>
            <a:r>
              <a:rPr lang="en-US" dirty="0"/>
              <a:t>Purpose: Understand placement trends and predict placement chances.</a:t>
            </a:r>
            <a:endParaRPr lang="en-IN" dirty="0"/>
          </a:p>
        </p:txBody>
      </p:sp>
    </p:spTree>
    <p:extLst>
      <p:ext uri="{BB962C8B-B14F-4D97-AF65-F5344CB8AC3E}">
        <p14:creationId xmlns:p14="http://schemas.microsoft.com/office/powerpoint/2010/main" val="2026305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0520-C0A2-AF4B-A73C-58DA04B8A599}"/>
              </a:ext>
            </a:extLst>
          </p:cNvPr>
          <p:cNvSpPr>
            <a:spLocks noGrp="1"/>
          </p:cNvSpPr>
          <p:nvPr>
            <p:ph type="title"/>
          </p:nvPr>
        </p:nvSpPr>
        <p:spPr>
          <a:xfrm>
            <a:off x="3278294" y="1239520"/>
            <a:ext cx="8596668" cy="1320800"/>
          </a:xfrm>
        </p:spPr>
        <p:txBody>
          <a:bodyPr/>
          <a:lstStyle/>
          <a:p>
            <a:r>
              <a:rPr lang="en-IN" dirty="0"/>
              <a:t>INTRODUCTION</a:t>
            </a:r>
          </a:p>
        </p:txBody>
      </p:sp>
      <p:sp>
        <p:nvSpPr>
          <p:cNvPr id="3" name="Content Placeholder 2">
            <a:extLst>
              <a:ext uri="{FF2B5EF4-FFF2-40B4-BE49-F238E27FC236}">
                <a16:creationId xmlns:a16="http://schemas.microsoft.com/office/drawing/2014/main" id="{88C2A83D-DC4D-6D1A-6386-90BC1735F501}"/>
              </a:ext>
            </a:extLst>
          </p:cNvPr>
          <p:cNvSpPr>
            <a:spLocks noGrp="1"/>
          </p:cNvSpPr>
          <p:nvPr>
            <p:ph idx="1"/>
          </p:nvPr>
        </p:nvSpPr>
        <p:spPr>
          <a:xfrm>
            <a:off x="677334" y="2804160"/>
            <a:ext cx="8832426" cy="2611120"/>
          </a:xfrm>
        </p:spPr>
        <p:txBody>
          <a:bodyPr>
            <a:normAutofit/>
          </a:bodyPr>
          <a:lstStyle/>
          <a:p>
            <a:r>
              <a:rPr lang="en-IN" dirty="0"/>
              <a:t>College placements are an important part of a student's academic and professional journey. This project analyses student placement data using Python and data analysis techniques to identify factors that influence placement success.</a:t>
            </a:r>
          </a:p>
          <a:p>
            <a:r>
              <a:rPr lang="en-IN" dirty="0"/>
              <a:t> It also uses machine learning to predict placement opportunities and provides valuable insights to help colleges and students improve placement outcomes.</a:t>
            </a:r>
          </a:p>
          <a:p>
            <a:endParaRPr lang="en-IN" sz="2800" dirty="0">
              <a:solidFill>
                <a:schemeClr val="tx1"/>
              </a:solidFill>
            </a:endParaRPr>
          </a:p>
        </p:txBody>
      </p:sp>
    </p:spTree>
    <p:extLst>
      <p:ext uri="{BB962C8B-B14F-4D97-AF65-F5344CB8AC3E}">
        <p14:creationId xmlns:p14="http://schemas.microsoft.com/office/powerpoint/2010/main" val="820877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97A2-386B-938B-A707-764A4F3AF09D}"/>
              </a:ext>
            </a:extLst>
          </p:cNvPr>
          <p:cNvSpPr>
            <a:spLocks noGrp="1"/>
          </p:cNvSpPr>
          <p:nvPr>
            <p:ph type="title"/>
          </p:nvPr>
        </p:nvSpPr>
        <p:spPr/>
        <p:txBody>
          <a:bodyPr/>
          <a:lstStyle/>
          <a:p>
            <a:r>
              <a:rPr lang="en-US" dirty="0"/>
              <a:t>DATASET DETAILS</a:t>
            </a:r>
            <a:endParaRPr lang="en-IN" dirty="0"/>
          </a:p>
        </p:txBody>
      </p:sp>
      <p:pic>
        <p:nvPicPr>
          <p:cNvPr id="5" name="Content Placeholder 4">
            <a:extLst>
              <a:ext uri="{FF2B5EF4-FFF2-40B4-BE49-F238E27FC236}">
                <a16:creationId xmlns:a16="http://schemas.microsoft.com/office/drawing/2014/main" id="{AFF23CB0-E7BE-0AD4-762D-129D37B2D479}"/>
              </a:ext>
            </a:extLst>
          </p:cNvPr>
          <p:cNvPicPr>
            <a:picLocks noGrp="1" noChangeAspect="1"/>
          </p:cNvPicPr>
          <p:nvPr>
            <p:ph idx="1"/>
          </p:nvPr>
        </p:nvPicPr>
        <p:blipFill>
          <a:blip r:embed="rId2"/>
          <a:stretch>
            <a:fillRect/>
          </a:stretch>
        </p:blipFill>
        <p:spPr>
          <a:xfrm>
            <a:off x="778136" y="1366682"/>
            <a:ext cx="7846936" cy="4640828"/>
          </a:xfrm>
          <a:prstGeom prst="rect">
            <a:avLst/>
          </a:prstGeom>
        </p:spPr>
      </p:pic>
    </p:spTree>
    <p:extLst>
      <p:ext uri="{BB962C8B-B14F-4D97-AF65-F5344CB8AC3E}">
        <p14:creationId xmlns:p14="http://schemas.microsoft.com/office/powerpoint/2010/main" val="30571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4DCCB-B655-39E0-5ABE-92341EF3580E}"/>
              </a:ext>
            </a:extLst>
          </p:cNvPr>
          <p:cNvSpPr>
            <a:spLocks noGrp="1"/>
          </p:cNvSpPr>
          <p:nvPr>
            <p:ph type="title"/>
          </p:nvPr>
        </p:nvSpPr>
        <p:spPr/>
        <p:txBody>
          <a:bodyPr/>
          <a:lstStyle/>
          <a:p>
            <a:r>
              <a:rPr lang="en-US" dirty="0"/>
              <a:t>DATA CLEANING</a:t>
            </a:r>
            <a:endParaRPr lang="en-IN" dirty="0"/>
          </a:p>
        </p:txBody>
      </p:sp>
      <p:sp>
        <p:nvSpPr>
          <p:cNvPr id="3" name="Content Placeholder 2">
            <a:extLst>
              <a:ext uri="{FF2B5EF4-FFF2-40B4-BE49-F238E27FC236}">
                <a16:creationId xmlns:a16="http://schemas.microsoft.com/office/drawing/2014/main" id="{62BFE83E-14F3-11CB-FA07-2A84F0678E90}"/>
              </a:ext>
            </a:extLst>
          </p:cNvPr>
          <p:cNvSpPr>
            <a:spLocks noGrp="1"/>
          </p:cNvSpPr>
          <p:nvPr>
            <p:ph idx="1"/>
          </p:nvPr>
        </p:nvSpPr>
        <p:spPr>
          <a:xfrm>
            <a:off x="677334" y="1750143"/>
            <a:ext cx="8596668" cy="4291220"/>
          </a:xfrm>
        </p:spPr>
        <p:txBody>
          <a:bodyPr>
            <a:normAutofit/>
          </a:bodyPr>
          <a:lstStyle/>
          <a:p>
            <a:r>
              <a:rPr lang="en-IN" b="1" dirty="0"/>
              <a:t>Checked Missing Values</a:t>
            </a:r>
          </a:p>
          <a:p>
            <a:pPr marL="0" indent="0">
              <a:buNone/>
            </a:pPr>
            <a:r>
              <a:rPr lang="en-IN" dirty="0"/>
              <a:t>Identified missing or null values in the dataset and handled them appropriately to ensure data accuracy and consistency.</a:t>
            </a:r>
          </a:p>
          <a:p>
            <a:r>
              <a:rPr lang="en-IN" b="1" dirty="0"/>
              <a:t>Removed Duplicates</a:t>
            </a:r>
          </a:p>
          <a:p>
            <a:pPr marL="0" indent="0">
              <a:buNone/>
            </a:pPr>
            <a:r>
              <a:rPr lang="en-IN" dirty="0"/>
              <a:t>Detected and removed duplicate records to avoid redundancy and improve the reliability of the analysis.</a:t>
            </a:r>
          </a:p>
          <a:p>
            <a:r>
              <a:rPr lang="en-IN" b="1" dirty="0"/>
              <a:t>Verified Data Types</a:t>
            </a:r>
          </a:p>
          <a:p>
            <a:pPr marL="0" indent="0">
              <a:buNone/>
            </a:pPr>
            <a:r>
              <a:rPr lang="en-IN" dirty="0"/>
              <a:t>Checked whether each column had the correct data type (integer, float, string, etc.) for proper processing and calculations.</a:t>
            </a:r>
          </a:p>
          <a:p>
            <a:r>
              <a:rPr lang="en-IN" b="1" dirty="0"/>
              <a:t>Prepared Data for Analysis</a:t>
            </a:r>
          </a:p>
          <a:p>
            <a:pPr marL="0" indent="0">
              <a:buNone/>
            </a:pPr>
            <a:r>
              <a:rPr lang="en-IN" dirty="0"/>
              <a:t>Organized and formatted the cleaned dataset, making it ready for visualization, statistical analysis, and machine learning tasks.</a:t>
            </a:r>
          </a:p>
          <a:p>
            <a:endParaRPr lang="en-IN" dirty="0"/>
          </a:p>
        </p:txBody>
      </p:sp>
    </p:spTree>
    <p:extLst>
      <p:ext uri="{BB962C8B-B14F-4D97-AF65-F5344CB8AC3E}">
        <p14:creationId xmlns:p14="http://schemas.microsoft.com/office/powerpoint/2010/main" val="1295037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4AF8-C13C-C983-5AFB-980F41BE4DBF}"/>
              </a:ext>
            </a:extLst>
          </p:cNvPr>
          <p:cNvSpPr>
            <a:spLocks noGrp="1"/>
          </p:cNvSpPr>
          <p:nvPr>
            <p:ph type="title"/>
          </p:nvPr>
        </p:nvSpPr>
        <p:spPr/>
        <p:txBody>
          <a:bodyPr/>
          <a:lstStyle/>
          <a:p>
            <a:r>
              <a:rPr lang="en-US" dirty="0"/>
              <a:t>DATASET DESCRIPTION</a:t>
            </a:r>
            <a:endParaRPr lang="en-IN" dirty="0"/>
          </a:p>
        </p:txBody>
      </p:sp>
      <p:pic>
        <p:nvPicPr>
          <p:cNvPr id="5" name="Content Placeholder 4">
            <a:extLst>
              <a:ext uri="{FF2B5EF4-FFF2-40B4-BE49-F238E27FC236}">
                <a16:creationId xmlns:a16="http://schemas.microsoft.com/office/drawing/2014/main" id="{D1EB4EDD-749D-B931-B35A-E4680AAC9AB4}"/>
              </a:ext>
            </a:extLst>
          </p:cNvPr>
          <p:cNvPicPr>
            <a:picLocks noGrp="1" noChangeAspect="1"/>
          </p:cNvPicPr>
          <p:nvPr>
            <p:ph idx="1"/>
          </p:nvPr>
        </p:nvPicPr>
        <p:blipFill>
          <a:blip r:embed="rId2"/>
          <a:stretch>
            <a:fillRect/>
          </a:stretch>
        </p:blipFill>
        <p:spPr>
          <a:xfrm>
            <a:off x="677334" y="2163097"/>
            <a:ext cx="8447001" cy="3647768"/>
          </a:xfrm>
          <a:prstGeom prst="rect">
            <a:avLst/>
          </a:prstGeom>
        </p:spPr>
      </p:pic>
      <p:sp>
        <p:nvSpPr>
          <p:cNvPr id="7" name="TextBox 6">
            <a:extLst>
              <a:ext uri="{FF2B5EF4-FFF2-40B4-BE49-F238E27FC236}">
                <a16:creationId xmlns:a16="http://schemas.microsoft.com/office/drawing/2014/main" id="{D1CB2111-7C17-B413-4143-0D33031C801D}"/>
              </a:ext>
            </a:extLst>
          </p:cNvPr>
          <p:cNvSpPr txBox="1"/>
          <p:nvPr/>
        </p:nvSpPr>
        <p:spPr>
          <a:xfrm>
            <a:off x="1408471" y="1465401"/>
            <a:ext cx="6100916" cy="369332"/>
          </a:xfrm>
          <a:prstGeom prst="rect">
            <a:avLst/>
          </a:prstGeom>
          <a:noFill/>
        </p:spPr>
        <p:txBody>
          <a:bodyPr wrap="square">
            <a:spAutoFit/>
          </a:bodyPr>
          <a:lstStyle/>
          <a:p>
            <a:r>
              <a:rPr lang="en-IN" dirty="0"/>
              <a:t>Dataset contains information about students including:</a:t>
            </a:r>
          </a:p>
        </p:txBody>
      </p:sp>
    </p:spTree>
    <p:extLst>
      <p:ext uri="{BB962C8B-B14F-4D97-AF65-F5344CB8AC3E}">
        <p14:creationId xmlns:p14="http://schemas.microsoft.com/office/powerpoint/2010/main" val="3532467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3A4A7-7B8D-E583-C14F-E80F58C69861}"/>
              </a:ext>
            </a:extLst>
          </p:cNvPr>
          <p:cNvSpPr>
            <a:spLocks noGrp="1"/>
          </p:cNvSpPr>
          <p:nvPr>
            <p:ph type="title"/>
          </p:nvPr>
        </p:nvSpPr>
        <p:spPr>
          <a:xfrm>
            <a:off x="195553" y="60606"/>
            <a:ext cx="8596668" cy="1320800"/>
          </a:xfrm>
        </p:spPr>
        <p:txBody>
          <a:bodyPr>
            <a:normAutofit/>
          </a:bodyPr>
          <a:lstStyle/>
          <a:p>
            <a:r>
              <a:rPr lang="en-US" dirty="0"/>
              <a:t>SALARY DISTRIBUTION ANALYSIS</a:t>
            </a:r>
            <a:endParaRPr lang="en-IN" dirty="0"/>
          </a:p>
        </p:txBody>
      </p:sp>
      <p:pic>
        <p:nvPicPr>
          <p:cNvPr id="5" name="Content Placeholder 4">
            <a:extLst>
              <a:ext uri="{FF2B5EF4-FFF2-40B4-BE49-F238E27FC236}">
                <a16:creationId xmlns:a16="http://schemas.microsoft.com/office/drawing/2014/main" id="{639A3D2D-DC69-3049-1B7D-E9A115C1491D}"/>
              </a:ext>
            </a:extLst>
          </p:cNvPr>
          <p:cNvPicPr>
            <a:picLocks noGrp="1" noChangeAspect="1"/>
          </p:cNvPicPr>
          <p:nvPr>
            <p:ph idx="1"/>
          </p:nvPr>
        </p:nvPicPr>
        <p:blipFill>
          <a:blip r:embed="rId2"/>
          <a:stretch>
            <a:fillRect/>
          </a:stretch>
        </p:blipFill>
        <p:spPr>
          <a:xfrm>
            <a:off x="1996493" y="1562100"/>
            <a:ext cx="4343400" cy="3733800"/>
          </a:xfrm>
          <a:prstGeom prst="rect">
            <a:avLst/>
          </a:prstGeom>
        </p:spPr>
      </p:pic>
      <p:sp>
        <p:nvSpPr>
          <p:cNvPr id="7" name="TextBox 6">
            <a:extLst>
              <a:ext uri="{FF2B5EF4-FFF2-40B4-BE49-F238E27FC236}">
                <a16:creationId xmlns:a16="http://schemas.microsoft.com/office/drawing/2014/main" id="{37F461B2-3882-1E83-79CD-6A18FFADA0AD}"/>
              </a:ext>
            </a:extLst>
          </p:cNvPr>
          <p:cNvSpPr txBox="1"/>
          <p:nvPr/>
        </p:nvSpPr>
        <p:spPr>
          <a:xfrm>
            <a:off x="535175" y="735075"/>
            <a:ext cx="6100916" cy="646331"/>
          </a:xfrm>
          <a:prstGeom prst="rect">
            <a:avLst/>
          </a:prstGeom>
          <a:noFill/>
        </p:spPr>
        <p:txBody>
          <a:bodyPr wrap="square">
            <a:spAutoFit/>
          </a:bodyPr>
          <a:lstStyle/>
          <a:p>
            <a:r>
              <a:rPr lang="en-IN" dirty="0"/>
              <a:t>Salary distribution shows package variations among placed students.</a:t>
            </a:r>
          </a:p>
        </p:txBody>
      </p:sp>
      <p:sp>
        <p:nvSpPr>
          <p:cNvPr id="9" name="TextBox 8">
            <a:extLst>
              <a:ext uri="{FF2B5EF4-FFF2-40B4-BE49-F238E27FC236}">
                <a16:creationId xmlns:a16="http://schemas.microsoft.com/office/drawing/2014/main" id="{47484D56-8EB6-75C4-1A8B-2866D2B606DF}"/>
              </a:ext>
            </a:extLst>
          </p:cNvPr>
          <p:cNvSpPr txBox="1"/>
          <p:nvPr/>
        </p:nvSpPr>
        <p:spPr>
          <a:xfrm>
            <a:off x="425245" y="5689260"/>
            <a:ext cx="8366976" cy="646331"/>
          </a:xfrm>
          <a:prstGeom prst="rect">
            <a:avLst/>
          </a:prstGeom>
          <a:noFill/>
        </p:spPr>
        <p:txBody>
          <a:bodyPr wrap="square">
            <a:spAutoFit/>
          </a:bodyPr>
          <a:lstStyle/>
          <a:p>
            <a:r>
              <a:rPr lang="en-IN" dirty="0" err="1"/>
              <a:t>Observation:Students</a:t>
            </a:r>
            <a:r>
              <a:rPr lang="en-IN" dirty="0"/>
              <a:t> with higher CGPA and internships generally receive better salary packages.</a:t>
            </a:r>
          </a:p>
        </p:txBody>
      </p:sp>
    </p:spTree>
    <p:extLst>
      <p:ext uri="{BB962C8B-B14F-4D97-AF65-F5344CB8AC3E}">
        <p14:creationId xmlns:p14="http://schemas.microsoft.com/office/powerpoint/2010/main" val="2464269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D9ED-6F7E-2089-CDA9-64E0BEE5CD7A}"/>
              </a:ext>
            </a:extLst>
          </p:cNvPr>
          <p:cNvSpPr>
            <a:spLocks noGrp="1"/>
          </p:cNvSpPr>
          <p:nvPr>
            <p:ph type="title"/>
          </p:nvPr>
        </p:nvSpPr>
        <p:spPr>
          <a:xfrm>
            <a:off x="0" y="0"/>
            <a:ext cx="8596668" cy="1320800"/>
          </a:xfrm>
        </p:spPr>
        <p:txBody>
          <a:bodyPr/>
          <a:lstStyle/>
          <a:p>
            <a:r>
              <a:rPr lang="en-US" dirty="0"/>
              <a:t>GENDER-WISE DISTRIBUTION</a:t>
            </a:r>
            <a:endParaRPr lang="en-IN" dirty="0"/>
          </a:p>
        </p:txBody>
      </p:sp>
      <p:pic>
        <p:nvPicPr>
          <p:cNvPr id="5" name="Content Placeholder 4">
            <a:extLst>
              <a:ext uri="{FF2B5EF4-FFF2-40B4-BE49-F238E27FC236}">
                <a16:creationId xmlns:a16="http://schemas.microsoft.com/office/drawing/2014/main" id="{9BBD4F0F-990F-DF93-EA11-9AB2391B9F96}"/>
              </a:ext>
            </a:extLst>
          </p:cNvPr>
          <p:cNvPicPr>
            <a:picLocks noGrp="1" noChangeAspect="1"/>
          </p:cNvPicPr>
          <p:nvPr>
            <p:ph idx="1"/>
          </p:nvPr>
        </p:nvPicPr>
        <p:blipFill>
          <a:blip r:embed="rId2"/>
          <a:stretch>
            <a:fillRect/>
          </a:stretch>
        </p:blipFill>
        <p:spPr>
          <a:xfrm>
            <a:off x="2231924" y="1690132"/>
            <a:ext cx="4338208" cy="3942981"/>
          </a:xfrm>
          <a:prstGeom prst="rect">
            <a:avLst/>
          </a:prstGeom>
        </p:spPr>
      </p:pic>
      <p:sp>
        <p:nvSpPr>
          <p:cNvPr id="7" name="TextBox 6">
            <a:extLst>
              <a:ext uri="{FF2B5EF4-FFF2-40B4-BE49-F238E27FC236}">
                <a16:creationId xmlns:a16="http://schemas.microsoft.com/office/drawing/2014/main" id="{6011CD1C-4FBF-D971-8094-9D779C75C1EE}"/>
              </a:ext>
            </a:extLst>
          </p:cNvPr>
          <p:cNvSpPr txBox="1"/>
          <p:nvPr/>
        </p:nvSpPr>
        <p:spPr>
          <a:xfrm>
            <a:off x="285136" y="660400"/>
            <a:ext cx="8003458" cy="369332"/>
          </a:xfrm>
          <a:prstGeom prst="rect">
            <a:avLst/>
          </a:prstGeom>
          <a:noFill/>
        </p:spPr>
        <p:txBody>
          <a:bodyPr wrap="square">
            <a:spAutoFit/>
          </a:bodyPr>
          <a:lstStyle/>
          <a:p>
            <a:r>
              <a:rPr lang="en-IN" dirty="0"/>
              <a:t>This analysis compares placement rates among male and female students.</a:t>
            </a:r>
          </a:p>
        </p:txBody>
      </p:sp>
      <p:sp>
        <p:nvSpPr>
          <p:cNvPr id="9" name="TextBox 8">
            <a:extLst>
              <a:ext uri="{FF2B5EF4-FFF2-40B4-BE49-F238E27FC236}">
                <a16:creationId xmlns:a16="http://schemas.microsoft.com/office/drawing/2014/main" id="{40AE16BE-3A4F-FBDB-CC0D-27F10255A2DA}"/>
              </a:ext>
            </a:extLst>
          </p:cNvPr>
          <p:cNvSpPr txBox="1"/>
          <p:nvPr/>
        </p:nvSpPr>
        <p:spPr>
          <a:xfrm>
            <a:off x="619432" y="5633113"/>
            <a:ext cx="7010400" cy="646331"/>
          </a:xfrm>
          <a:prstGeom prst="rect">
            <a:avLst/>
          </a:prstGeom>
          <a:noFill/>
        </p:spPr>
        <p:txBody>
          <a:bodyPr wrap="square">
            <a:spAutoFit/>
          </a:bodyPr>
          <a:lstStyle/>
          <a:p>
            <a:r>
              <a:rPr lang="en-IN" dirty="0" err="1"/>
              <a:t>Observation:Placement</a:t>
            </a:r>
            <a:r>
              <a:rPr lang="en-IN" dirty="0"/>
              <a:t> opportunities are based mainly on skills and academic performance.</a:t>
            </a:r>
          </a:p>
        </p:txBody>
      </p:sp>
    </p:spTree>
    <p:extLst>
      <p:ext uri="{BB962C8B-B14F-4D97-AF65-F5344CB8AC3E}">
        <p14:creationId xmlns:p14="http://schemas.microsoft.com/office/powerpoint/2010/main" val="2818518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CF69-298B-C5D4-59A1-A3B3E6F87A72}"/>
              </a:ext>
            </a:extLst>
          </p:cNvPr>
          <p:cNvSpPr>
            <a:spLocks noGrp="1"/>
          </p:cNvSpPr>
          <p:nvPr>
            <p:ph type="title"/>
          </p:nvPr>
        </p:nvSpPr>
        <p:spPr>
          <a:xfrm>
            <a:off x="1640350" y="148386"/>
            <a:ext cx="8596668" cy="1320800"/>
          </a:xfrm>
        </p:spPr>
        <p:txBody>
          <a:bodyPr/>
          <a:lstStyle/>
          <a:p>
            <a:r>
              <a:rPr lang="en-US" dirty="0"/>
              <a:t>EXPLORATORY DATA ANALYSIS</a:t>
            </a:r>
            <a:endParaRPr lang="en-IN" dirty="0"/>
          </a:p>
        </p:txBody>
      </p:sp>
      <p:sp>
        <p:nvSpPr>
          <p:cNvPr id="3" name="Content Placeholder 2">
            <a:extLst>
              <a:ext uri="{FF2B5EF4-FFF2-40B4-BE49-F238E27FC236}">
                <a16:creationId xmlns:a16="http://schemas.microsoft.com/office/drawing/2014/main" id="{F3BC2FD6-DC5E-7905-DB6F-FEB3BF9A7D33}"/>
              </a:ext>
            </a:extLst>
          </p:cNvPr>
          <p:cNvSpPr>
            <a:spLocks noGrp="1"/>
          </p:cNvSpPr>
          <p:nvPr>
            <p:ph idx="1"/>
          </p:nvPr>
        </p:nvSpPr>
        <p:spPr>
          <a:xfrm>
            <a:off x="555798" y="2143432"/>
            <a:ext cx="8596668" cy="4183066"/>
          </a:xfrm>
        </p:spPr>
        <p:txBody>
          <a:bodyPr>
            <a:normAutofit/>
          </a:bodyPr>
          <a:lstStyle/>
          <a:p>
            <a:r>
              <a:rPr lang="en-IN" dirty="0">
                <a:solidFill>
                  <a:srgbClr val="00B0F0"/>
                </a:solidFill>
              </a:rPr>
              <a:t>Placement</a:t>
            </a:r>
            <a:r>
              <a:rPr lang="en-IN" dirty="0"/>
              <a:t> </a:t>
            </a:r>
            <a:r>
              <a:rPr lang="en-IN" dirty="0">
                <a:solidFill>
                  <a:srgbClr val="00B0F0"/>
                </a:solidFill>
              </a:rPr>
              <a:t>Count</a:t>
            </a:r>
            <a:r>
              <a:rPr lang="en-IN" dirty="0"/>
              <a:t> </a:t>
            </a:r>
            <a:r>
              <a:rPr lang="en-IN" dirty="0">
                <a:solidFill>
                  <a:srgbClr val="00B0F0"/>
                </a:solidFill>
              </a:rPr>
              <a:t>Analysis</a:t>
            </a:r>
            <a:r>
              <a:rPr lang="en-IN" dirty="0"/>
              <a:t>: </a:t>
            </a:r>
            <a:r>
              <a:rPr lang="en-IN" dirty="0" err="1"/>
              <a:t>Analyzes</a:t>
            </a:r>
            <a:r>
              <a:rPr lang="en-IN" dirty="0"/>
              <a:t> the number of students who are placed and not placed. Helps understand the overall placement rate of the college.</a:t>
            </a:r>
          </a:p>
          <a:p>
            <a:r>
              <a:rPr lang="en-IN" dirty="0">
                <a:solidFill>
                  <a:srgbClr val="00B0F0"/>
                </a:solidFill>
              </a:rPr>
              <a:t>Branch</a:t>
            </a:r>
            <a:r>
              <a:rPr lang="en-IN" dirty="0"/>
              <a:t> </a:t>
            </a:r>
            <a:r>
              <a:rPr lang="en-IN" dirty="0">
                <a:solidFill>
                  <a:srgbClr val="00B0F0"/>
                </a:solidFill>
              </a:rPr>
              <a:t>Analysis:</a:t>
            </a:r>
            <a:r>
              <a:rPr lang="en-IN" dirty="0"/>
              <a:t> Examines placement performance across different branches such as CSE, ECE, EEE, Mechanical, and Civil. Identifies which branch has the highest placement percentage. Useful for comparing placement opportunities among departments.</a:t>
            </a:r>
          </a:p>
          <a:p>
            <a:r>
              <a:rPr lang="en-IN" dirty="0">
                <a:solidFill>
                  <a:srgbClr val="00B0F0"/>
                </a:solidFill>
              </a:rPr>
              <a:t>Gender</a:t>
            </a:r>
            <a:r>
              <a:rPr lang="en-IN" dirty="0"/>
              <a:t> </a:t>
            </a:r>
            <a:r>
              <a:rPr lang="en-IN" dirty="0">
                <a:solidFill>
                  <a:srgbClr val="00B0F0"/>
                </a:solidFill>
              </a:rPr>
              <a:t>Analysis:</a:t>
            </a:r>
            <a:r>
              <a:rPr lang="en-IN" dirty="0"/>
              <a:t> Studies placement distribution based on gender. Compares placement rates of male and female students. Helps determine whether gender has any impact on placement outcomes. </a:t>
            </a:r>
          </a:p>
          <a:p>
            <a:r>
              <a:rPr lang="en-IN" b="1" dirty="0">
                <a:solidFill>
                  <a:srgbClr val="00B0F0"/>
                </a:solidFill>
              </a:rPr>
              <a:t>Salary</a:t>
            </a:r>
            <a:r>
              <a:rPr lang="en-IN" b="1" dirty="0"/>
              <a:t> </a:t>
            </a:r>
            <a:r>
              <a:rPr lang="en-IN" b="1" dirty="0">
                <a:solidFill>
                  <a:srgbClr val="00B0F0"/>
                </a:solidFill>
              </a:rPr>
              <a:t>Analysis:</a:t>
            </a:r>
            <a:r>
              <a:rPr lang="en-IN" dirty="0"/>
              <a:t> </a:t>
            </a:r>
            <a:r>
              <a:rPr lang="en-IN" dirty="0" err="1"/>
              <a:t>Analyzes</a:t>
            </a:r>
            <a:r>
              <a:rPr lang="en-IN" dirty="0"/>
              <a:t> salary packages offered to </a:t>
            </a:r>
            <a:r>
              <a:rPr lang="en-IN" dirty="0" err="1"/>
              <a:t>placestudents.Calculates</a:t>
            </a:r>
            <a:r>
              <a:rPr lang="en-IN" dirty="0"/>
              <a:t> minimum, maximum, and average salary. Visualizes salary distribution using histograms and box plots. Helps understand salary trends and package variations among students. </a:t>
            </a:r>
          </a:p>
          <a:p>
            <a:endParaRPr lang="en-IN" b="1" dirty="0">
              <a:solidFill>
                <a:srgbClr val="00B0F0"/>
              </a:solidFill>
            </a:endParaRPr>
          </a:p>
          <a:p>
            <a:pPr marL="0" indent="0">
              <a:buNone/>
            </a:pPr>
            <a:endParaRPr lang="en-IN" dirty="0">
              <a:solidFill>
                <a:srgbClr val="00B0F0"/>
              </a:solidFill>
            </a:endParaRPr>
          </a:p>
        </p:txBody>
      </p:sp>
      <p:sp>
        <p:nvSpPr>
          <p:cNvPr id="5" name="TextBox 4">
            <a:extLst>
              <a:ext uri="{FF2B5EF4-FFF2-40B4-BE49-F238E27FC236}">
                <a16:creationId xmlns:a16="http://schemas.microsoft.com/office/drawing/2014/main" id="{785D0784-963E-F3BB-3BF2-BC7CEF5ACB4E}"/>
              </a:ext>
            </a:extLst>
          </p:cNvPr>
          <p:cNvSpPr txBox="1"/>
          <p:nvPr/>
        </p:nvSpPr>
        <p:spPr>
          <a:xfrm>
            <a:off x="555798" y="808786"/>
            <a:ext cx="8844932" cy="923330"/>
          </a:xfrm>
          <a:prstGeom prst="rect">
            <a:avLst/>
          </a:prstGeom>
          <a:noFill/>
        </p:spPr>
        <p:txBody>
          <a:bodyPr wrap="square">
            <a:spAutoFit/>
          </a:bodyPr>
          <a:lstStyle/>
          <a:p>
            <a:r>
              <a:rPr lang="en-IN" dirty="0"/>
              <a:t>Exploratory Data Analysis (EDA) is used to understand the dataset by applying statistical techniques and visualizations. It helps identify patterns, trends, and relationships between different variables before building machine learning models.</a:t>
            </a:r>
          </a:p>
        </p:txBody>
      </p:sp>
    </p:spTree>
    <p:extLst>
      <p:ext uri="{BB962C8B-B14F-4D97-AF65-F5344CB8AC3E}">
        <p14:creationId xmlns:p14="http://schemas.microsoft.com/office/powerpoint/2010/main" val="2212638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9293B-79AD-2156-7348-18A402773098}"/>
              </a:ext>
            </a:extLst>
          </p:cNvPr>
          <p:cNvSpPr>
            <a:spLocks noGrp="1"/>
          </p:cNvSpPr>
          <p:nvPr>
            <p:ph type="title"/>
          </p:nvPr>
        </p:nvSpPr>
        <p:spPr>
          <a:xfrm>
            <a:off x="677334" y="1188720"/>
            <a:ext cx="8596668" cy="1320800"/>
          </a:xfrm>
        </p:spPr>
        <p:txBody>
          <a:bodyPr/>
          <a:lstStyle/>
          <a:p>
            <a:r>
              <a:rPr lang="en-IN" dirty="0"/>
              <a:t>SYSTEM REQUIREMENTS</a:t>
            </a:r>
          </a:p>
        </p:txBody>
      </p:sp>
      <p:sp>
        <p:nvSpPr>
          <p:cNvPr id="3" name="Content Placeholder 2">
            <a:extLst>
              <a:ext uri="{FF2B5EF4-FFF2-40B4-BE49-F238E27FC236}">
                <a16:creationId xmlns:a16="http://schemas.microsoft.com/office/drawing/2014/main" id="{AD529E4D-9029-2DCB-15D0-12092A4BA2BB}"/>
              </a:ext>
            </a:extLst>
          </p:cNvPr>
          <p:cNvSpPr>
            <a:spLocks noGrp="1"/>
          </p:cNvSpPr>
          <p:nvPr>
            <p:ph idx="1"/>
          </p:nvPr>
        </p:nvSpPr>
        <p:spPr>
          <a:xfrm>
            <a:off x="768774" y="2509520"/>
            <a:ext cx="8596668" cy="3880773"/>
          </a:xfrm>
        </p:spPr>
        <p:txBody>
          <a:bodyPr/>
          <a:lstStyle/>
          <a:p>
            <a:r>
              <a:rPr lang="en-IN" dirty="0">
                <a:solidFill>
                  <a:srgbClr val="FF0000"/>
                </a:solidFill>
              </a:rPr>
              <a:t>HARDWARE</a:t>
            </a:r>
            <a:r>
              <a:rPr lang="en-IN" dirty="0"/>
              <a:t> </a:t>
            </a:r>
            <a:r>
              <a:rPr lang="en-IN" dirty="0">
                <a:solidFill>
                  <a:srgbClr val="FF0000"/>
                </a:solidFill>
              </a:rPr>
              <a:t>REQUIREMENTS</a:t>
            </a:r>
            <a:r>
              <a:rPr lang="en-IN" dirty="0"/>
              <a:t> </a:t>
            </a:r>
          </a:p>
          <a:p>
            <a:r>
              <a:rPr lang="en-IN" dirty="0"/>
              <a:t>• Processor: Intel Core i3 or above </a:t>
            </a:r>
          </a:p>
          <a:p>
            <a:r>
              <a:rPr lang="en-IN" dirty="0"/>
              <a:t>• RAM: 4 GB or above </a:t>
            </a:r>
          </a:p>
          <a:p>
            <a:r>
              <a:rPr lang="en-IN" dirty="0"/>
              <a:t>• Hard Disk: 20 GB Free Space 1</a:t>
            </a:r>
          </a:p>
          <a:p>
            <a:r>
              <a:rPr lang="en-IN" dirty="0"/>
              <a:t>• System Type: 64-bit Operating System</a:t>
            </a:r>
          </a:p>
        </p:txBody>
      </p:sp>
    </p:spTree>
    <p:extLst>
      <p:ext uri="{BB962C8B-B14F-4D97-AF65-F5344CB8AC3E}">
        <p14:creationId xmlns:p14="http://schemas.microsoft.com/office/powerpoint/2010/main" val="1959105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39B0-EA63-97EB-2C8B-2D3C09F27BF3}"/>
              </a:ext>
            </a:extLst>
          </p:cNvPr>
          <p:cNvSpPr>
            <a:spLocks noGrp="1"/>
          </p:cNvSpPr>
          <p:nvPr>
            <p:ph type="title"/>
          </p:nvPr>
        </p:nvSpPr>
        <p:spPr/>
        <p:txBody>
          <a:bodyPr/>
          <a:lstStyle/>
          <a:p>
            <a:r>
              <a:rPr lang="en-IN" dirty="0"/>
              <a:t>Software Requirements</a:t>
            </a:r>
          </a:p>
        </p:txBody>
      </p:sp>
      <p:sp>
        <p:nvSpPr>
          <p:cNvPr id="3" name="Content Placeholder 2">
            <a:extLst>
              <a:ext uri="{FF2B5EF4-FFF2-40B4-BE49-F238E27FC236}">
                <a16:creationId xmlns:a16="http://schemas.microsoft.com/office/drawing/2014/main" id="{05B28606-3CCE-4199-5A89-52B56E2BC2E4}"/>
              </a:ext>
            </a:extLst>
          </p:cNvPr>
          <p:cNvSpPr>
            <a:spLocks noGrp="1"/>
          </p:cNvSpPr>
          <p:nvPr>
            <p:ph idx="1"/>
          </p:nvPr>
        </p:nvSpPr>
        <p:spPr/>
        <p:txBody>
          <a:bodyPr>
            <a:normAutofit/>
          </a:bodyPr>
          <a:lstStyle/>
          <a:p>
            <a:pPr>
              <a:buFont typeface="+mj-lt"/>
              <a:buAutoNum type="arabicPeriod"/>
            </a:pPr>
            <a:r>
              <a:rPr lang="en-IN" dirty="0"/>
              <a:t> Operating System: Windows 10/11 </a:t>
            </a:r>
          </a:p>
          <a:p>
            <a:pPr>
              <a:buFont typeface="+mj-lt"/>
              <a:buAutoNum type="arabicPeriod"/>
            </a:pPr>
            <a:r>
              <a:rPr lang="en-IN" dirty="0"/>
              <a:t> Python 3.x </a:t>
            </a:r>
          </a:p>
          <a:p>
            <a:pPr>
              <a:buFont typeface="+mj-lt"/>
              <a:buAutoNum type="arabicPeriod"/>
            </a:pPr>
            <a:r>
              <a:rPr lang="en-IN" dirty="0" err="1"/>
              <a:t>Jupyter</a:t>
            </a:r>
            <a:r>
              <a:rPr lang="en-IN" dirty="0"/>
              <a:t> notebook</a:t>
            </a:r>
          </a:p>
          <a:p>
            <a:pPr>
              <a:buFont typeface="+mj-lt"/>
              <a:buAutoNum type="arabicPeriod"/>
            </a:pPr>
            <a:r>
              <a:rPr lang="en-IN" dirty="0"/>
              <a:t> Pandas Library</a:t>
            </a:r>
          </a:p>
          <a:p>
            <a:pPr>
              <a:buFont typeface="+mj-lt"/>
              <a:buAutoNum type="arabicPeriod"/>
            </a:pPr>
            <a:r>
              <a:rPr lang="en-IN" dirty="0"/>
              <a:t>  NumPy Library</a:t>
            </a:r>
          </a:p>
          <a:p>
            <a:pPr>
              <a:buFont typeface="+mj-lt"/>
              <a:buAutoNum type="arabicPeriod"/>
            </a:pPr>
            <a:r>
              <a:rPr lang="en-IN" dirty="0"/>
              <a:t>  Matplotlib Library</a:t>
            </a:r>
          </a:p>
          <a:p>
            <a:pPr>
              <a:buFont typeface="+mj-lt"/>
              <a:buAutoNum type="arabicPeriod"/>
            </a:pPr>
            <a:r>
              <a:rPr lang="en-IN" dirty="0"/>
              <a:t> Scikit-Learn Library</a:t>
            </a:r>
          </a:p>
          <a:p>
            <a:pPr>
              <a:buFont typeface="+mj-lt"/>
              <a:buAutoNum type="arabicPeriod"/>
            </a:pPr>
            <a:r>
              <a:rPr lang="en-IN" dirty="0"/>
              <a:t> Anaconda Distribution</a:t>
            </a:r>
          </a:p>
        </p:txBody>
      </p:sp>
    </p:spTree>
    <p:extLst>
      <p:ext uri="{BB962C8B-B14F-4D97-AF65-F5344CB8AC3E}">
        <p14:creationId xmlns:p14="http://schemas.microsoft.com/office/powerpoint/2010/main" val="2506579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5FCF-0A3E-86BF-B221-C76B56826AF9}"/>
              </a:ext>
            </a:extLst>
          </p:cNvPr>
          <p:cNvSpPr>
            <a:spLocks noGrp="1"/>
          </p:cNvSpPr>
          <p:nvPr>
            <p:ph type="title"/>
          </p:nvPr>
        </p:nvSpPr>
        <p:spPr/>
        <p:txBody>
          <a:bodyPr/>
          <a:lstStyle/>
          <a:p>
            <a:r>
              <a:rPr lang="en-US" dirty="0"/>
              <a:t>FEATURE IMPORTENCE AND RESULTS</a:t>
            </a:r>
            <a:endParaRPr lang="en-IN" dirty="0"/>
          </a:p>
        </p:txBody>
      </p:sp>
      <p:pic>
        <p:nvPicPr>
          <p:cNvPr id="5" name="Content Placeholder 4">
            <a:extLst>
              <a:ext uri="{FF2B5EF4-FFF2-40B4-BE49-F238E27FC236}">
                <a16:creationId xmlns:a16="http://schemas.microsoft.com/office/drawing/2014/main" id="{10757116-AD57-728B-5B3F-72518E281E04}"/>
              </a:ext>
            </a:extLst>
          </p:cNvPr>
          <p:cNvPicPr>
            <a:picLocks noGrp="1" noChangeAspect="1"/>
          </p:cNvPicPr>
          <p:nvPr>
            <p:ph idx="1"/>
          </p:nvPr>
        </p:nvPicPr>
        <p:blipFill>
          <a:blip r:embed="rId2"/>
          <a:stretch>
            <a:fillRect/>
          </a:stretch>
        </p:blipFill>
        <p:spPr>
          <a:xfrm>
            <a:off x="776748" y="1759975"/>
            <a:ext cx="7482349" cy="4149212"/>
          </a:xfrm>
          <a:prstGeom prst="rect">
            <a:avLst/>
          </a:prstGeom>
        </p:spPr>
      </p:pic>
    </p:spTree>
    <p:extLst>
      <p:ext uri="{BB962C8B-B14F-4D97-AF65-F5344CB8AC3E}">
        <p14:creationId xmlns:p14="http://schemas.microsoft.com/office/powerpoint/2010/main" val="535943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A6516-C30C-0F6A-E44D-1C575677ADA3}"/>
              </a:ext>
            </a:extLst>
          </p:cNvPr>
          <p:cNvSpPr>
            <a:spLocks noGrp="1"/>
          </p:cNvSpPr>
          <p:nvPr>
            <p:ph type="title"/>
          </p:nvPr>
        </p:nvSpPr>
        <p:spPr>
          <a:xfrm>
            <a:off x="3576320" y="609600"/>
            <a:ext cx="5697682" cy="548640"/>
          </a:xfrm>
        </p:spPr>
        <p:txBody>
          <a:bodyPr>
            <a:normAutofit fontScale="90000"/>
          </a:bodyPr>
          <a:lstStyle/>
          <a:p>
            <a:r>
              <a:rPr lang="en-IN" dirty="0"/>
              <a:t>ARCHITECTURE</a:t>
            </a:r>
          </a:p>
        </p:txBody>
      </p:sp>
      <p:sp>
        <p:nvSpPr>
          <p:cNvPr id="3" name="Content Placeholder 2">
            <a:extLst>
              <a:ext uri="{FF2B5EF4-FFF2-40B4-BE49-F238E27FC236}">
                <a16:creationId xmlns:a16="http://schemas.microsoft.com/office/drawing/2014/main" id="{63EA629C-588C-FB30-5C8D-2F7FD2AF96BA}"/>
              </a:ext>
            </a:extLst>
          </p:cNvPr>
          <p:cNvSpPr>
            <a:spLocks noGrp="1"/>
          </p:cNvSpPr>
          <p:nvPr>
            <p:ph sz="half" idx="1"/>
          </p:nvPr>
        </p:nvSpPr>
        <p:spPr>
          <a:xfrm>
            <a:off x="677334" y="2062480"/>
            <a:ext cx="4184035" cy="3978881"/>
          </a:xfrm>
        </p:spPr>
        <p:txBody>
          <a:bodyPr>
            <a:normAutofit fontScale="70000" lnSpcReduction="20000"/>
          </a:bodyPr>
          <a:lstStyle/>
          <a:p>
            <a:pPr>
              <a:lnSpc>
                <a:spcPct val="150000"/>
              </a:lnSpc>
              <a:buFont typeface="+mj-lt"/>
              <a:buAutoNum type="arabicPeriod"/>
            </a:pPr>
            <a:r>
              <a:rPr lang="en-IN" dirty="0"/>
              <a:t> Data Collection </a:t>
            </a:r>
          </a:p>
          <a:p>
            <a:pPr>
              <a:lnSpc>
                <a:spcPct val="150000"/>
              </a:lnSpc>
              <a:buFont typeface="+mj-lt"/>
              <a:buAutoNum type="arabicPeriod"/>
            </a:pPr>
            <a:r>
              <a:rPr lang="en-IN" dirty="0"/>
              <a:t>Placement dataset containing student information is collected</a:t>
            </a:r>
          </a:p>
          <a:p>
            <a:pPr>
              <a:lnSpc>
                <a:spcPct val="150000"/>
              </a:lnSpc>
              <a:buFont typeface="+mj-lt"/>
              <a:buAutoNum type="arabicPeriod"/>
            </a:pPr>
            <a:r>
              <a:rPr lang="en-IN" dirty="0"/>
              <a:t> Data Loading </a:t>
            </a:r>
          </a:p>
          <a:p>
            <a:pPr>
              <a:lnSpc>
                <a:spcPct val="150000"/>
              </a:lnSpc>
              <a:buFont typeface="+mj-lt"/>
              <a:buAutoNum type="arabicPeriod"/>
            </a:pPr>
            <a:r>
              <a:rPr lang="en-IN" dirty="0"/>
              <a:t>The dataset is loaded using Pandas. </a:t>
            </a:r>
          </a:p>
          <a:p>
            <a:pPr>
              <a:lnSpc>
                <a:spcPct val="150000"/>
              </a:lnSpc>
              <a:buFont typeface="+mj-lt"/>
              <a:buAutoNum type="arabicPeriod"/>
            </a:pPr>
            <a:r>
              <a:rPr lang="en-IN" dirty="0"/>
              <a:t>Data Preprocessing</a:t>
            </a:r>
          </a:p>
          <a:p>
            <a:pPr>
              <a:lnSpc>
                <a:spcPct val="150000"/>
              </a:lnSpc>
              <a:buFont typeface="+mj-lt"/>
              <a:buAutoNum type="arabicPeriod"/>
            </a:pPr>
            <a:r>
              <a:rPr lang="en-IN" dirty="0"/>
              <a:t> Data is checked for missing values and prepared for analysis.</a:t>
            </a:r>
          </a:p>
          <a:p>
            <a:pPr>
              <a:lnSpc>
                <a:spcPct val="150000"/>
              </a:lnSpc>
              <a:buFont typeface="+mj-lt"/>
              <a:buAutoNum type="arabicPeriod"/>
            </a:pPr>
            <a:r>
              <a:rPr lang="en-IN" dirty="0"/>
              <a:t> Exploratory Data Analysis</a:t>
            </a:r>
          </a:p>
          <a:p>
            <a:pPr>
              <a:lnSpc>
                <a:spcPct val="150000"/>
              </a:lnSpc>
              <a:buFont typeface="+mj-lt"/>
              <a:buAutoNum type="arabicPeriod"/>
            </a:pPr>
            <a:r>
              <a:rPr lang="en-IN" dirty="0"/>
              <a:t> Statistical analysis and visualization are performed</a:t>
            </a:r>
          </a:p>
        </p:txBody>
      </p:sp>
      <p:sp>
        <p:nvSpPr>
          <p:cNvPr id="4" name="Content Placeholder 3">
            <a:extLst>
              <a:ext uri="{FF2B5EF4-FFF2-40B4-BE49-F238E27FC236}">
                <a16:creationId xmlns:a16="http://schemas.microsoft.com/office/drawing/2014/main" id="{AFC34713-4B9C-4827-8CFF-124B5CF771F9}"/>
              </a:ext>
            </a:extLst>
          </p:cNvPr>
          <p:cNvSpPr>
            <a:spLocks noGrp="1"/>
          </p:cNvSpPr>
          <p:nvPr>
            <p:ph sz="half" idx="2"/>
          </p:nvPr>
        </p:nvSpPr>
        <p:spPr/>
        <p:txBody>
          <a:bodyPr>
            <a:normAutofit fontScale="70000" lnSpcReduction="20000"/>
          </a:bodyPr>
          <a:lstStyle/>
          <a:p>
            <a:pPr algn="just">
              <a:buFont typeface="+mj-lt"/>
              <a:buAutoNum type="arabicPeriod"/>
            </a:pPr>
            <a:r>
              <a:rPr lang="en-IN" dirty="0"/>
              <a:t>Data Visualization                                                    </a:t>
            </a:r>
          </a:p>
          <a:p>
            <a:pPr algn="just">
              <a:buFont typeface="+mj-lt"/>
              <a:buAutoNum type="arabicPeriod"/>
            </a:pPr>
            <a:r>
              <a:rPr lang="en-IN" dirty="0"/>
              <a:t>Charts and graphs are generated using Matplotlib</a:t>
            </a:r>
          </a:p>
          <a:p>
            <a:pPr algn="just">
              <a:buFont typeface="+mj-lt"/>
              <a:buAutoNum type="arabicPeriod"/>
            </a:pPr>
            <a:r>
              <a:rPr lang="en-IN" dirty="0"/>
              <a:t>  Machine Learning Model </a:t>
            </a:r>
          </a:p>
          <a:p>
            <a:pPr algn="just">
              <a:buFont typeface="+mj-lt"/>
              <a:buAutoNum type="arabicPeriod"/>
            </a:pPr>
            <a:r>
              <a:rPr lang="en-IN" dirty="0"/>
              <a:t> Random Forest Classifier is trained using </a:t>
            </a:r>
            <a:r>
              <a:rPr lang="en-IN" sz="2300" dirty="0"/>
              <a:t>select</a:t>
            </a:r>
            <a:r>
              <a:rPr lang="en-IN" dirty="0"/>
              <a:t> features.</a:t>
            </a:r>
          </a:p>
          <a:p>
            <a:pPr algn="just">
              <a:buFont typeface="+mj-lt"/>
              <a:buAutoNum type="arabicPeriod"/>
            </a:pPr>
            <a:r>
              <a:rPr lang="en-IN" dirty="0"/>
              <a:t> Prediction </a:t>
            </a:r>
          </a:p>
          <a:p>
            <a:pPr algn="just">
              <a:buFont typeface="+mj-lt"/>
              <a:buAutoNum type="arabicPeriod"/>
            </a:pPr>
            <a:r>
              <a:rPr lang="en-IN" dirty="0"/>
              <a:t>The trained model predicts placement chances. </a:t>
            </a:r>
          </a:p>
          <a:p>
            <a:pPr algn="just">
              <a:buFont typeface="+mj-lt"/>
              <a:buAutoNum type="arabicPeriod"/>
            </a:pPr>
            <a:r>
              <a:rPr lang="en-IN" dirty="0"/>
              <a:t>Results and Conclusion</a:t>
            </a:r>
          </a:p>
          <a:p>
            <a:pPr>
              <a:buFont typeface="+mj-lt"/>
              <a:buAutoNum type="arabicPeriod"/>
            </a:pPr>
            <a:r>
              <a:rPr lang="en-IN" dirty="0"/>
              <a:t> Insights and prediction results are analysed and documented</a:t>
            </a:r>
          </a:p>
        </p:txBody>
      </p:sp>
      <p:sp>
        <p:nvSpPr>
          <p:cNvPr id="6" name="TextBox 5">
            <a:extLst>
              <a:ext uri="{FF2B5EF4-FFF2-40B4-BE49-F238E27FC236}">
                <a16:creationId xmlns:a16="http://schemas.microsoft.com/office/drawing/2014/main" id="{B6422E89-3795-81D9-BC85-DA3980881AB8}"/>
              </a:ext>
            </a:extLst>
          </p:cNvPr>
          <p:cNvSpPr txBox="1"/>
          <p:nvPr/>
        </p:nvSpPr>
        <p:spPr>
          <a:xfrm>
            <a:off x="528320" y="1336249"/>
            <a:ext cx="10139680" cy="369332"/>
          </a:xfrm>
          <a:prstGeom prst="rect">
            <a:avLst/>
          </a:prstGeom>
          <a:noFill/>
        </p:spPr>
        <p:txBody>
          <a:bodyPr wrap="square">
            <a:spAutoFit/>
          </a:bodyPr>
          <a:lstStyle/>
          <a:p>
            <a:r>
              <a:rPr lang="en-IN" dirty="0"/>
              <a:t>The architecture of the College Placement Analysis project consists of multiple stages</a:t>
            </a:r>
          </a:p>
        </p:txBody>
      </p:sp>
    </p:spTree>
    <p:extLst>
      <p:ext uri="{BB962C8B-B14F-4D97-AF65-F5344CB8AC3E}">
        <p14:creationId xmlns:p14="http://schemas.microsoft.com/office/powerpoint/2010/main" val="3279114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D742-3195-D4EC-BC59-6C0F37DD0E4E}"/>
              </a:ext>
            </a:extLst>
          </p:cNvPr>
          <p:cNvSpPr>
            <a:spLocks noGrp="1"/>
          </p:cNvSpPr>
          <p:nvPr>
            <p:ph type="title"/>
          </p:nvPr>
        </p:nvSpPr>
        <p:spPr>
          <a:xfrm>
            <a:off x="1219200" y="609600"/>
            <a:ext cx="8054802" cy="965200"/>
          </a:xfrm>
        </p:spPr>
        <p:txBody>
          <a:bodyPr/>
          <a:lstStyle/>
          <a:p>
            <a:r>
              <a:rPr lang="en-IN" dirty="0"/>
              <a:t>USES OF DATA ANALYSIS LIBRARY</a:t>
            </a:r>
          </a:p>
        </p:txBody>
      </p:sp>
      <p:sp>
        <p:nvSpPr>
          <p:cNvPr id="3" name="Content Placeholder 2">
            <a:extLst>
              <a:ext uri="{FF2B5EF4-FFF2-40B4-BE49-F238E27FC236}">
                <a16:creationId xmlns:a16="http://schemas.microsoft.com/office/drawing/2014/main" id="{3A4DAD86-BFA7-102C-CE59-A626A88F0786}"/>
              </a:ext>
            </a:extLst>
          </p:cNvPr>
          <p:cNvSpPr>
            <a:spLocks noGrp="1"/>
          </p:cNvSpPr>
          <p:nvPr>
            <p:ph idx="1"/>
          </p:nvPr>
        </p:nvSpPr>
        <p:spPr/>
        <p:txBody>
          <a:bodyPr/>
          <a:lstStyle/>
          <a:p>
            <a:r>
              <a:rPr lang="en-IN" b="1" dirty="0"/>
              <a:t>Pandas:</a:t>
            </a:r>
            <a:r>
              <a:rPr lang="en-IN" dirty="0"/>
              <a:t> Used to load, organize, and analyse the dataset. </a:t>
            </a:r>
          </a:p>
          <a:p>
            <a:r>
              <a:rPr lang="en-IN" b="1" dirty="0"/>
              <a:t>NumPy:</a:t>
            </a:r>
            <a:r>
              <a:rPr lang="en-IN" dirty="0"/>
              <a:t> Used for mathematical calculations and numerical operations. </a:t>
            </a:r>
          </a:p>
          <a:p>
            <a:r>
              <a:rPr lang="en-IN" b="1" dirty="0"/>
              <a:t>Matplotlib:</a:t>
            </a:r>
            <a:r>
              <a:rPr lang="en-IN" dirty="0"/>
              <a:t> Used to create charts and graphs for data visualization. </a:t>
            </a:r>
          </a:p>
          <a:p>
            <a:r>
              <a:rPr lang="en-IN" b="1" dirty="0"/>
              <a:t>Scikit-Learn:</a:t>
            </a:r>
            <a:r>
              <a:rPr lang="en-IN" dirty="0"/>
              <a:t> Used to build the Random Forest model for placement prediction. </a:t>
            </a:r>
          </a:p>
          <a:p>
            <a:r>
              <a:rPr lang="en-IN" b="1" dirty="0" err="1"/>
              <a:t>Jupyter</a:t>
            </a:r>
            <a:r>
              <a:rPr lang="en-IN" b="1" dirty="0"/>
              <a:t> Notebook:</a:t>
            </a:r>
            <a:r>
              <a:rPr lang="en-IN" dirty="0"/>
              <a:t> Used to write, run, and document Python code interactively. </a:t>
            </a:r>
          </a:p>
          <a:p>
            <a:endParaRPr lang="en-IN" dirty="0"/>
          </a:p>
        </p:txBody>
      </p:sp>
    </p:spTree>
    <p:extLst>
      <p:ext uri="{BB962C8B-B14F-4D97-AF65-F5344CB8AC3E}">
        <p14:creationId xmlns:p14="http://schemas.microsoft.com/office/powerpoint/2010/main" val="3560967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ED94-DC7F-97B1-E3FB-6E99D36C598B}"/>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F96763DD-71ED-F1BC-11FC-1C1137E0826C}"/>
              </a:ext>
            </a:extLst>
          </p:cNvPr>
          <p:cNvSpPr>
            <a:spLocks noGrp="1"/>
          </p:cNvSpPr>
          <p:nvPr>
            <p:ph idx="1"/>
          </p:nvPr>
        </p:nvSpPr>
        <p:spPr/>
        <p:txBody>
          <a:bodyPr/>
          <a:lstStyle/>
          <a:p>
            <a:pPr marL="0" indent="0">
              <a:buNone/>
            </a:pPr>
            <a:r>
              <a:rPr lang="en-IN" dirty="0"/>
              <a:t>✔️ </a:t>
            </a:r>
            <a:r>
              <a:rPr lang="en-IN" dirty="0" err="1"/>
              <a:t>Analyze</a:t>
            </a:r>
            <a:r>
              <a:rPr lang="en-IN" dirty="0"/>
              <a:t> student placement trends</a:t>
            </a:r>
          </a:p>
          <a:p>
            <a:pPr marL="0" indent="0">
              <a:buNone/>
            </a:pPr>
            <a:r>
              <a:rPr lang="en-IN" dirty="0"/>
              <a:t>✔️ Perform data visualization</a:t>
            </a:r>
          </a:p>
          <a:p>
            <a:pPr marL="0" indent="0">
              <a:buNone/>
            </a:pPr>
            <a:r>
              <a:rPr lang="en-IN" dirty="0"/>
              <a:t>✔️ Identify placement patterns</a:t>
            </a:r>
          </a:p>
          <a:p>
            <a:pPr marL="0" indent="0">
              <a:buNone/>
            </a:pPr>
            <a:r>
              <a:rPr lang="en-IN" dirty="0"/>
              <a:t>✔️ Build a Machine Learning model</a:t>
            </a:r>
          </a:p>
          <a:p>
            <a:pPr marL="0" indent="0">
              <a:buNone/>
            </a:pPr>
            <a:r>
              <a:rPr lang="en-IN" dirty="0"/>
              <a:t>✔️ Evaluate model performance</a:t>
            </a:r>
          </a:p>
          <a:p>
            <a:pPr marL="0" indent="0">
              <a:buNone/>
            </a:pPr>
            <a:r>
              <a:rPr lang="en-IN" dirty="0"/>
              <a:t>✔️ </a:t>
            </a:r>
            <a:r>
              <a:rPr lang="en-US" dirty="0"/>
              <a:t>Study branch-wise placements</a:t>
            </a:r>
          </a:p>
          <a:p>
            <a:pPr marL="0" indent="0">
              <a:buNone/>
            </a:pPr>
            <a:r>
              <a:rPr lang="en-IN" dirty="0"/>
              <a:t>✔️ </a:t>
            </a:r>
            <a:r>
              <a:rPr lang="en-US" dirty="0"/>
              <a:t>Study gender-wise placements</a:t>
            </a:r>
          </a:p>
          <a:p>
            <a:pPr marL="0" indent="0">
              <a:buNone/>
            </a:pPr>
            <a:r>
              <a:rPr lang="en-IN" dirty="0"/>
              <a:t>✔️ Build prediction model</a:t>
            </a:r>
          </a:p>
          <a:p>
            <a:pPr marL="0" indent="0">
              <a:buNone/>
            </a:pPr>
            <a:r>
              <a:rPr lang="en-IN" dirty="0"/>
              <a:t>✔️ </a:t>
            </a:r>
            <a:r>
              <a:rPr lang="en-IN" dirty="0" err="1"/>
              <a:t>Analyze</a:t>
            </a:r>
            <a:r>
              <a:rPr lang="en-IN" dirty="0"/>
              <a:t> salary distribution</a:t>
            </a:r>
          </a:p>
        </p:txBody>
      </p:sp>
    </p:spTree>
    <p:extLst>
      <p:ext uri="{BB962C8B-B14F-4D97-AF65-F5344CB8AC3E}">
        <p14:creationId xmlns:p14="http://schemas.microsoft.com/office/powerpoint/2010/main" val="3669288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E5C1B-D1FA-E446-AC17-12372EDA197D}"/>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AA06DA80-A6AC-1D1D-90CE-67162BE89B68}"/>
              </a:ext>
            </a:extLst>
          </p:cNvPr>
          <p:cNvSpPr>
            <a:spLocks noGrp="1"/>
          </p:cNvSpPr>
          <p:nvPr>
            <p:ph idx="1"/>
          </p:nvPr>
        </p:nvSpPr>
        <p:spPr/>
        <p:txBody>
          <a:bodyPr/>
          <a:lstStyle/>
          <a:p>
            <a:r>
              <a:rPr lang="en-IN" dirty="0"/>
              <a:t>• Provides graphical visualization of placement trends.</a:t>
            </a:r>
          </a:p>
          <a:p>
            <a:r>
              <a:rPr lang="en-IN" dirty="0"/>
              <a:t> • Improves understanding of salary distribution patterns. </a:t>
            </a:r>
          </a:p>
          <a:p>
            <a:r>
              <a:rPr lang="en-IN" dirty="0"/>
              <a:t>• Predicts placement chances using Machine Learning. </a:t>
            </a:r>
          </a:p>
          <a:p>
            <a:r>
              <a:rPr lang="en-IN" dirty="0"/>
              <a:t>• Easy to implement and maintain.</a:t>
            </a:r>
          </a:p>
          <a:p>
            <a:r>
              <a:rPr lang="en-IN" dirty="0"/>
              <a:t> • Reduces manual analysis effort.</a:t>
            </a:r>
          </a:p>
          <a:p>
            <a:r>
              <a:rPr lang="en-IN" dirty="0"/>
              <a:t> • Useful for educational institutions and placement cells</a:t>
            </a:r>
          </a:p>
        </p:txBody>
      </p:sp>
    </p:spTree>
    <p:extLst>
      <p:ext uri="{BB962C8B-B14F-4D97-AF65-F5344CB8AC3E}">
        <p14:creationId xmlns:p14="http://schemas.microsoft.com/office/powerpoint/2010/main" val="2333724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0C35-4037-C0FA-20E8-68961D56D0B5}"/>
              </a:ext>
            </a:extLst>
          </p:cNvPr>
          <p:cNvSpPr>
            <a:spLocks noGrp="1"/>
          </p:cNvSpPr>
          <p:nvPr>
            <p:ph type="title"/>
          </p:nvPr>
        </p:nvSpPr>
        <p:spPr>
          <a:xfrm>
            <a:off x="3479528" y="839789"/>
            <a:ext cx="8596668" cy="1320800"/>
          </a:xfrm>
        </p:spPr>
        <p:txBody>
          <a:bodyPr/>
          <a:lstStyle/>
          <a:p>
            <a:r>
              <a:rPr lang="en-IN" dirty="0"/>
              <a:t>CONCLUSION</a:t>
            </a:r>
          </a:p>
        </p:txBody>
      </p:sp>
      <p:sp>
        <p:nvSpPr>
          <p:cNvPr id="3" name="Content Placeholder 2">
            <a:extLst>
              <a:ext uri="{FF2B5EF4-FFF2-40B4-BE49-F238E27FC236}">
                <a16:creationId xmlns:a16="http://schemas.microsoft.com/office/drawing/2014/main" id="{22A30F43-C293-0730-A647-E80588E86CC3}"/>
              </a:ext>
            </a:extLst>
          </p:cNvPr>
          <p:cNvSpPr>
            <a:spLocks noGrp="1"/>
          </p:cNvSpPr>
          <p:nvPr>
            <p:ph idx="1"/>
          </p:nvPr>
        </p:nvSpPr>
        <p:spPr>
          <a:xfrm>
            <a:off x="1198444" y="2160589"/>
            <a:ext cx="8024214" cy="2352416"/>
          </a:xfrm>
        </p:spPr>
        <p:txBody>
          <a:bodyPr/>
          <a:lstStyle/>
          <a:p>
            <a:r>
              <a:rPr lang="en-IN" dirty="0"/>
              <a:t>The College Placement Analysis project helps understand student placement trends using data analysis and machine learning. It analyses factors such as CGPA, Branch, and Internships that affect placement opportunities. Charts and graphs are used to visualize placement and salary trends clearly. The Random Forest model predicts the chances of student placement effectively. This project helps colleges and students make better decisions to improve placement outcomes.</a:t>
            </a:r>
          </a:p>
          <a:p>
            <a:endParaRPr lang="en-IN" dirty="0"/>
          </a:p>
        </p:txBody>
      </p:sp>
    </p:spTree>
    <p:extLst>
      <p:ext uri="{BB962C8B-B14F-4D97-AF65-F5344CB8AC3E}">
        <p14:creationId xmlns:p14="http://schemas.microsoft.com/office/powerpoint/2010/main" val="61788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D0ED2B-0C1A-5E6D-3C32-3C0A543E84B7}"/>
              </a:ext>
            </a:extLst>
          </p:cNvPr>
          <p:cNvPicPr>
            <a:picLocks noChangeAspect="1"/>
          </p:cNvPicPr>
          <p:nvPr/>
        </p:nvPicPr>
        <p:blipFill>
          <a:blip r:embed="rId2"/>
          <a:stretch>
            <a:fillRect/>
          </a:stretch>
        </p:blipFill>
        <p:spPr>
          <a:xfrm>
            <a:off x="279072" y="-325120"/>
            <a:ext cx="7620000" cy="6858000"/>
          </a:xfrm>
          <a:prstGeom prst="rect">
            <a:avLst/>
          </a:prstGeom>
        </p:spPr>
      </p:pic>
      <p:sp>
        <p:nvSpPr>
          <p:cNvPr id="6" name="Star: 5 Points 5">
            <a:extLst>
              <a:ext uri="{FF2B5EF4-FFF2-40B4-BE49-F238E27FC236}">
                <a16:creationId xmlns:a16="http://schemas.microsoft.com/office/drawing/2014/main" id="{DE0FBC43-00C6-C87F-6F8A-9C1C592CC7A4}"/>
              </a:ext>
            </a:extLst>
          </p:cNvPr>
          <p:cNvSpPr/>
          <p:nvPr/>
        </p:nvSpPr>
        <p:spPr>
          <a:xfrm>
            <a:off x="8135537" y="1730805"/>
            <a:ext cx="589280" cy="626315"/>
          </a:xfrm>
          <a:prstGeom prst="star5">
            <a:avLst>
              <a:gd name="adj" fmla="val 17153"/>
              <a:gd name="hf" fmla="val 105146"/>
              <a:gd name="vf" fmla="val 110557"/>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8" name="Star: 5 Points 7">
            <a:extLst>
              <a:ext uri="{FF2B5EF4-FFF2-40B4-BE49-F238E27FC236}">
                <a16:creationId xmlns:a16="http://schemas.microsoft.com/office/drawing/2014/main" id="{9B4B0533-BA73-872E-E0EB-F1423DFBABBC}"/>
              </a:ext>
            </a:extLst>
          </p:cNvPr>
          <p:cNvSpPr/>
          <p:nvPr/>
        </p:nvSpPr>
        <p:spPr>
          <a:xfrm>
            <a:off x="7214747" y="2633079"/>
            <a:ext cx="684325" cy="626315"/>
          </a:xfrm>
          <a:prstGeom prst="star5">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solidFill>
                <a:srgbClr val="FFC000"/>
              </a:solidFill>
            </a:endParaRPr>
          </a:p>
        </p:txBody>
      </p:sp>
      <p:cxnSp>
        <p:nvCxnSpPr>
          <p:cNvPr id="10" name="Straight Connector 9">
            <a:extLst>
              <a:ext uri="{FF2B5EF4-FFF2-40B4-BE49-F238E27FC236}">
                <a16:creationId xmlns:a16="http://schemas.microsoft.com/office/drawing/2014/main" id="{0463F489-E4C1-7BC9-4D45-B0B48BAA1488}"/>
              </a:ext>
            </a:extLst>
          </p:cNvPr>
          <p:cNvCxnSpPr>
            <a:cxnSpLocks/>
          </p:cNvCxnSpPr>
          <p:nvPr/>
        </p:nvCxnSpPr>
        <p:spPr>
          <a:xfrm>
            <a:off x="9213150" y="52439"/>
            <a:ext cx="27532" cy="26330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FB27AAE-310B-969B-1DF7-62009F7053B0}"/>
              </a:ext>
            </a:extLst>
          </p:cNvPr>
          <p:cNvCxnSpPr>
            <a:cxnSpLocks/>
            <a:endCxn id="6" idx="0"/>
          </p:cNvCxnSpPr>
          <p:nvPr/>
        </p:nvCxnSpPr>
        <p:spPr>
          <a:xfrm>
            <a:off x="8414937" y="0"/>
            <a:ext cx="15240" cy="1730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30BF25C-B8A4-B33F-7B56-5E00B723DEF1}"/>
              </a:ext>
            </a:extLst>
          </p:cNvPr>
          <p:cNvCxnSpPr>
            <a:cxnSpLocks/>
            <a:endCxn id="8" idx="0"/>
          </p:cNvCxnSpPr>
          <p:nvPr/>
        </p:nvCxnSpPr>
        <p:spPr>
          <a:xfrm>
            <a:off x="7485790" y="0"/>
            <a:ext cx="71120" cy="2633079"/>
          </a:xfrm>
          <a:prstGeom prst="line">
            <a:avLst/>
          </a:prstGeom>
        </p:spPr>
        <p:style>
          <a:lnRef idx="1">
            <a:schemeClr val="accent1"/>
          </a:lnRef>
          <a:fillRef idx="0">
            <a:schemeClr val="accent1"/>
          </a:fillRef>
          <a:effectRef idx="0">
            <a:schemeClr val="accent1"/>
          </a:effectRef>
          <a:fontRef idx="minor">
            <a:schemeClr val="tx1"/>
          </a:fontRef>
        </p:style>
      </p:cxnSp>
      <p:sp>
        <p:nvSpPr>
          <p:cNvPr id="28" name="Star: 5 Points 27">
            <a:extLst>
              <a:ext uri="{FF2B5EF4-FFF2-40B4-BE49-F238E27FC236}">
                <a16:creationId xmlns:a16="http://schemas.microsoft.com/office/drawing/2014/main" id="{E8CA77A1-2537-6838-64C9-16F3F91FE7AA}"/>
              </a:ext>
            </a:extLst>
          </p:cNvPr>
          <p:cNvSpPr/>
          <p:nvPr/>
        </p:nvSpPr>
        <p:spPr>
          <a:xfrm>
            <a:off x="8861325" y="2685518"/>
            <a:ext cx="758714" cy="626315"/>
          </a:xfrm>
          <a:prstGeom prst="star5">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07359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388</TotalTime>
  <Words>912</Words>
  <Application>Microsoft Office PowerPoint</Application>
  <PresentationFormat>Widescreen</PresentationFormat>
  <Paragraphs>118</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Trebuchet MS</vt:lpstr>
      <vt:lpstr>Wingdings 3</vt:lpstr>
      <vt:lpstr>Facet</vt:lpstr>
      <vt:lpstr>     COLLEGE PLACEMENT ANALYSIS                     </vt:lpstr>
      <vt:lpstr>CONTENTS</vt:lpstr>
      <vt:lpstr>ABSTRACT</vt:lpstr>
      <vt:lpstr>PROJECT OVERVIEW</vt:lpstr>
      <vt:lpstr>INTRODUCTION</vt:lpstr>
      <vt:lpstr>DATASET DETAILS</vt:lpstr>
      <vt:lpstr>DATA CLEANING</vt:lpstr>
      <vt:lpstr>DATASET DESCRIPTION</vt:lpstr>
      <vt:lpstr>SALARY DISTRIBUTION ANALYSIS</vt:lpstr>
      <vt:lpstr>GENDER-WISE DISTRIBUTION</vt:lpstr>
      <vt:lpstr>EXPLORATORY DATA ANALYSIS</vt:lpstr>
      <vt:lpstr>SYSTEM REQUIREMENTS</vt:lpstr>
      <vt:lpstr>Software Requirements</vt:lpstr>
      <vt:lpstr>FEATURE IMPORTENCE AND RESULTS</vt:lpstr>
      <vt:lpstr>ARCHITECTURE</vt:lpstr>
      <vt:lpstr>USES OF DATA ANALYSIS LIBRARY</vt:lpstr>
      <vt:lpstr>OBJECTIVES</vt:lpstr>
      <vt:lpstr>ADVANTAGES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varalakshminaidu51@gmail.com</dc:creator>
  <cp:lastModifiedBy>varalakshminaidu51@gmail.com</cp:lastModifiedBy>
  <cp:revision>1</cp:revision>
  <dcterms:created xsi:type="dcterms:W3CDTF">2026-06-22T10:31:29Z</dcterms:created>
  <dcterms:modified xsi:type="dcterms:W3CDTF">2026-06-25T14:28:47Z</dcterms:modified>
</cp:coreProperties>
</file>